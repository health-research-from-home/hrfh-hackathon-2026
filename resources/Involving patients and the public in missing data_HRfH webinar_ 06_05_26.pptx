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80" r:id="rId5"/>
    <p:sldId id="258" r:id="rId6"/>
    <p:sldId id="282" r:id="rId7"/>
    <p:sldId id="275" r:id="rId8"/>
    <p:sldId id="265" r:id="rId9"/>
    <p:sldId id="283" r:id="rId10"/>
    <p:sldId id="284" r:id="rId11"/>
    <p:sldId id="285" r:id="rId12"/>
    <p:sldId id="286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35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259906-5A49-4B09-9FE2-26267CA9479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7B2CC47-CDFA-441E-9771-4B658D0A78DD}">
      <dgm:prSet/>
      <dgm:spPr/>
      <dgm:t>
        <a:bodyPr/>
        <a:lstStyle/>
        <a:p>
          <a:r>
            <a:rPr lang="en-GB"/>
            <a:t>“Reflexivity is the act of examining one's own assumption, belief, and judgement systems, and thinking carefully and critically about how these influence the research process.”</a:t>
          </a:r>
          <a:endParaRPr lang="en-US"/>
        </a:p>
      </dgm:t>
    </dgm:pt>
    <dgm:pt modelId="{F1473DEB-CC37-439D-BA31-2AAC293DC5F2}" type="parTrans" cxnId="{2A48D0E0-A944-4D37-86AC-39E7496C53EC}">
      <dgm:prSet/>
      <dgm:spPr/>
      <dgm:t>
        <a:bodyPr/>
        <a:lstStyle/>
        <a:p>
          <a:endParaRPr lang="en-US"/>
        </a:p>
      </dgm:t>
    </dgm:pt>
    <dgm:pt modelId="{97173BA3-0B11-4EDB-B951-EFA012110E7C}" type="sibTrans" cxnId="{2A48D0E0-A944-4D37-86AC-39E7496C53EC}">
      <dgm:prSet/>
      <dgm:spPr/>
      <dgm:t>
        <a:bodyPr/>
        <a:lstStyle/>
        <a:p>
          <a:endParaRPr lang="en-US"/>
        </a:p>
      </dgm:t>
    </dgm:pt>
    <dgm:pt modelId="{D66F8106-B0D4-4D20-9EF9-AAE63FC3CF69}">
      <dgm:prSet/>
      <dgm:spPr/>
      <dgm:t>
        <a:bodyPr/>
        <a:lstStyle/>
        <a:p>
          <a:r>
            <a:rPr lang="en-GB"/>
            <a:t>Key question: “What is the research process and </a:t>
          </a:r>
          <a:r>
            <a:rPr lang="en-GB" i="1"/>
            <a:t>how am I influencing it</a:t>
          </a:r>
          <a:r>
            <a:rPr lang="en-GB"/>
            <a:t>?”</a:t>
          </a:r>
          <a:endParaRPr lang="en-US"/>
        </a:p>
      </dgm:t>
    </dgm:pt>
    <dgm:pt modelId="{9E6BA5BB-FE19-4E2A-8E32-4A1B098176C5}" type="parTrans" cxnId="{F800BBDD-FA44-4784-8F69-3E1298350CD2}">
      <dgm:prSet/>
      <dgm:spPr/>
      <dgm:t>
        <a:bodyPr/>
        <a:lstStyle/>
        <a:p>
          <a:endParaRPr lang="en-US"/>
        </a:p>
      </dgm:t>
    </dgm:pt>
    <dgm:pt modelId="{D7CA19D2-DF1D-49D5-8147-CE1AC6820285}" type="sibTrans" cxnId="{F800BBDD-FA44-4784-8F69-3E1298350CD2}">
      <dgm:prSet/>
      <dgm:spPr/>
      <dgm:t>
        <a:bodyPr/>
        <a:lstStyle/>
        <a:p>
          <a:endParaRPr lang="en-US"/>
        </a:p>
      </dgm:t>
    </dgm:pt>
    <dgm:pt modelId="{3DD21FDA-0A14-48EB-9B6D-34161CF0583B}">
      <dgm:prSet/>
      <dgm:spPr/>
      <dgm:t>
        <a:bodyPr/>
        <a:lstStyle/>
        <a:p>
          <a:r>
            <a:rPr lang="en-GB"/>
            <a:t>Uncommon in quantitative research, so needs shift in thinking</a:t>
          </a:r>
          <a:endParaRPr lang="en-US"/>
        </a:p>
      </dgm:t>
    </dgm:pt>
    <dgm:pt modelId="{A2B2A940-18C2-4CE7-914B-772D3A2675FC}" type="parTrans" cxnId="{2751EFAA-B954-4039-8950-C425AD89816C}">
      <dgm:prSet/>
      <dgm:spPr/>
      <dgm:t>
        <a:bodyPr/>
        <a:lstStyle/>
        <a:p>
          <a:endParaRPr lang="en-US"/>
        </a:p>
      </dgm:t>
    </dgm:pt>
    <dgm:pt modelId="{744C0EB0-209F-4B84-928C-DE5777638BB7}" type="sibTrans" cxnId="{2751EFAA-B954-4039-8950-C425AD89816C}">
      <dgm:prSet/>
      <dgm:spPr/>
      <dgm:t>
        <a:bodyPr/>
        <a:lstStyle/>
        <a:p>
          <a:endParaRPr lang="en-US"/>
        </a:p>
      </dgm:t>
    </dgm:pt>
    <dgm:pt modelId="{876BA480-3CE7-4368-BF9C-A739A4CE8C7F}">
      <dgm:prSet/>
      <dgm:spPr/>
      <dgm:t>
        <a:bodyPr/>
        <a:lstStyle/>
        <a:p>
          <a:r>
            <a:rPr lang="en-GB"/>
            <a:t>Is PPI a first step in promoting reflexivity in quantitative research?</a:t>
          </a:r>
          <a:endParaRPr lang="en-US"/>
        </a:p>
      </dgm:t>
    </dgm:pt>
    <dgm:pt modelId="{AD5D62BC-B40B-4954-8FDD-3E6D816FB608}" type="parTrans" cxnId="{F0C1C81E-D6DB-43E0-ABE9-CF5C62DD2610}">
      <dgm:prSet/>
      <dgm:spPr/>
      <dgm:t>
        <a:bodyPr/>
        <a:lstStyle/>
        <a:p>
          <a:endParaRPr lang="en-US"/>
        </a:p>
      </dgm:t>
    </dgm:pt>
    <dgm:pt modelId="{31048AE8-D265-463D-B8BA-22987D450C45}" type="sibTrans" cxnId="{F0C1C81E-D6DB-43E0-ABE9-CF5C62DD2610}">
      <dgm:prSet/>
      <dgm:spPr/>
      <dgm:t>
        <a:bodyPr/>
        <a:lstStyle/>
        <a:p>
          <a:endParaRPr lang="en-US"/>
        </a:p>
      </dgm:t>
    </dgm:pt>
    <dgm:pt modelId="{7AFE63E1-FF36-4F55-9740-9FE274C34924}" type="pres">
      <dgm:prSet presAssocID="{5E259906-5A49-4B09-9FE2-26267CA94798}" presName="vert0" presStyleCnt="0">
        <dgm:presLayoutVars>
          <dgm:dir/>
          <dgm:animOne val="branch"/>
          <dgm:animLvl val="lvl"/>
        </dgm:presLayoutVars>
      </dgm:prSet>
      <dgm:spPr/>
    </dgm:pt>
    <dgm:pt modelId="{739A2D71-05BD-4CA4-A9E2-30FBC7F8E050}" type="pres">
      <dgm:prSet presAssocID="{07B2CC47-CDFA-441E-9771-4B658D0A78DD}" presName="thickLine" presStyleLbl="alignNode1" presStyleIdx="0" presStyleCnt="4"/>
      <dgm:spPr/>
    </dgm:pt>
    <dgm:pt modelId="{CFDF0AC9-2791-4713-8488-5AC8D259FC0C}" type="pres">
      <dgm:prSet presAssocID="{07B2CC47-CDFA-441E-9771-4B658D0A78DD}" presName="horz1" presStyleCnt="0"/>
      <dgm:spPr/>
    </dgm:pt>
    <dgm:pt modelId="{81DD6696-CE87-4ABE-BF8A-5ECEC66978F7}" type="pres">
      <dgm:prSet presAssocID="{07B2CC47-CDFA-441E-9771-4B658D0A78DD}" presName="tx1" presStyleLbl="revTx" presStyleIdx="0" presStyleCnt="4"/>
      <dgm:spPr/>
    </dgm:pt>
    <dgm:pt modelId="{02C976C8-2290-4A13-AE99-3D62A81D5A6A}" type="pres">
      <dgm:prSet presAssocID="{07B2CC47-CDFA-441E-9771-4B658D0A78DD}" presName="vert1" presStyleCnt="0"/>
      <dgm:spPr/>
    </dgm:pt>
    <dgm:pt modelId="{8C9D6AA5-0044-40E1-946A-4F37430730FC}" type="pres">
      <dgm:prSet presAssocID="{D66F8106-B0D4-4D20-9EF9-AAE63FC3CF69}" presName="thickLine" presStyleLbl="alignNode1" presStyleIdx="1" presStyleCnt="4"/>
      <dgm:spPr/>
    </dgm:pt>
    <dgm:pt modelId="{EED8F526-80F4-45E6-B4FA-9765BB5C4249}" type="pres">
      <dgm:prSet presAssocID="{D66F8106-B0D4-4D20-9EF9-AAE63FC3CF69}" presName="horz1" presStyleCnt="0"/>
      <dgm:spPr/>
    </dgm:pt>
    <dgm:pt modelId="{21D76865-A56C-4990-B205-0AE7E897B2B7}" type="pres">
      <dgm:prSet presAssocID="{D66F8106-B0D4-4D20-9EF9-AAE63FC3CF69}" presName="tx1" presStyleLbl="revTx" presStyleIdx="1" presStyleCnt="4"/>
      <dgm:spPr/>
    </dgm:pt>
    <dgm:pt modelId="{4B163607-6578-44E8-9930-50D83844B95C}" type="pres">
      <dgm:prSet presAssocID="{D66F8106-B0D4-4D20-9EF9-AAE63FC3CF69}" presName="vert1" presStyleCnt="0"/>
      <dgm:spPr/>
    </dgm:pt>
    <dgm:pt modelId="{81A1FEA6-12F7-4ED6-ADBF-B51DEB6A719B}" type="pres">
      <dgm:prSet presAssocID="{3DD21FDA-0A14-48EB-9B6D-34161CF0583B}" presName="thickLine" presStyleLbl="alignNode1" presStyleIdx="2" presStyleCnt="4"/>
      <dgm:spPr/>
    </dgm:pt>
    <dgm:pt modelId="{F147AD72-C930-4762-8840-2437F514997E}" type="pres">
      <dgm:prSet presAssocID="{3DD21FDA-0A14-48EB-9B6D-34161CF0583B}" presName="horz1" presStyleCnt="0"/>
      <dgm:spPr/>
    </dgm:pt>
    <dgm:pt modelId="{B36A7B92-DE52-4984-9841-26C83F3FD563}" type="pres">
      <dgm:prSet presAssocID="{3DD21FDA-0A14-48EB-9B6D-34161CF0583B}" presName="tx1" presStyleLbl="revTx" presStyleIdx="2" presStyleCnt="4"/>
      <dgm:spPr/>
    </dgm:pt>
    <dgm:pt modelId="{C48EF287-E942-4949-B6DF-FD619CA08AF6}" type="pres">
      <dgm:prSet presAssocID="{3DD21FDA-0A14-48EB-9B6D-34161CF0583B}" presName="vert1" presStyleCnt="0"/>
      <dgm:spPr/>
    </dgm:pt>
    <dgm:pt modelId="{EB5062C8-26E0-4130-9A4B-E850654E49DD}" type="pres">
      <dgm:prSet presAssocID="{876BA480-3CE7-4368-BF9C-A739A4CE8C7F}" presName="thickLine" presStyleLbl="alignNode1" presStyleIdx="3" presStyleCnt="4"/>
      <dgm:spPr/>
    </dgm:pt>
    <dgm:pt modelId="{C9B89E5C-E6DB-4515-8840-444A7369A226}" type="pres">
      <dgm:prSet presAssocID="{876BA480-3CE7-4368-BF9C-A739A4CE8C7F}" presName="horz1" presStyleCnt="0"/>
      <dgm:spPr/>
    </dgm:pt>
    <dgm:pt modelId="{743648F2-E582-4D4C-BB32-9CEA621DF77C}" type="pres">
      <dgm:prSet presAssocID="{876BA480-3CE7-4368-BF9C-A739A4CE8C7F}" presName="tx1" presStyleLbl="revTx" presStyleIdx="3" presStyleCnt="4"/>
      <dgm:spPr/>
    </dgm:pt>
    <dgm:pt modelId="{617112D0-53F4-4676-B142-DF9FDB0389F1}" type="pres">
      <dgm:prSet presAssocID="{876BA480-3CE7-4368-BF9C-A739A4CE8C7F}" presName="vert1" presStyleCnt="0"/>
      <dgm:spPr/>
    </dgm:pt>
  </dgm:ptLst>
  <dgm:cxnLst>
    <dgm:cxn modelId="{F0C1C81E-D6DB-43E0-ABE9-CF5C62DD2610}" srcId="{5E259906-5A49-4B09-9FE2-26267CA94798}" destId="{876BA480-3CE7-4368-BF9C-A739A4CE8C7F}" srcOrd="3" destOrd="0" parTransId="{AD5D62BC-B40B-4954-8FDD-3E6D816FB608}" sibTransId="{31048AE8-D265-463D-B8BA-22987D450C45}"/>
    <dgm:cxn modelId="{3A253423-4CB4-4AB6-BEC0-53882F251988}" type="presOf" srcId="{5E259906-5A49-4B09-9FE2-26267CA94798}" destId="{7AFE63E1-FF36-4F55-9740-9FE274C34924}" srcOrd="0" destOrd="0" presId="urn:microsoft.com/office/officeart/2008/layout/LinedList"/>
    <dgm:cxn modelId="{2751EFAA-B954-4039-8950-C425AD89816C}" srcId="{5E259906-5A49-4B09-9FE2-26267CA94798}" destId="{3DD21FDA-0A14-48EB-9B6D-34161CF0583B}" srcOrd="2" destOrd="0" parTransId="{A2B2A940-18C2-4CE7-914B-772D3A2675FC}" sibTransId="{744C0EB0-209F-4B84-928C-DE5777638BB7}"/>
    <dgm:cxn modelId="{A0716CC3-EF98-429D-95DF-68A72E2AFFBC}" type="presOf" srcId="{876BA480-3CE7-4368-BF9C-A739A4CE8C7F}" destId="{743648F2-E582-4D4C-BB32-9CEA621DF77C}" srcOrd="0" destOrd="0" presId="urn:microsoft.com/office/officeart/2008/layout/LinedList"/>
    <dgm:cxn modelId="{28ABE0C3-8E84-491B-AEB8-4D36F350C15E}" type="presOf" srcId="{3DD21FDA-0A14-48EB-9B6D-34161CF0583B}" destId="{B36A7B92-DE52-4984-9841-26C83F3FD563}" srcOrd="0" destOrd="0" presId="urn:microsoft.com/office/officeart/2008/layout/LinedList"/>
    <dgm:cxn modelId="{0DA42CC9-4AC0-491A-AB54-592DBEE2613B}" type="presOf" srcId="{07B2CC47-CDFA-441E-9771-4B658D0A78DD}" destId="{81DD6696-CE87-4ABE-BF8A-5ECEC66978F7}" srcOrd="0" destOrd="0" presId="urn:microsoft.com/office/officeart/2008/layout/LinedList"/>
    <dgm:cxn modelId="{F800BBDD-FA44-4784-8F69-3E1298350CD2}" srcId="{5E259906-5A49-4B09-9FE2-26267CA94798}" destId="{D66F8106-B0D4-4D20-9EF9-AAE63FC3CF69}" srcOrd="1" destOrd="0" parTransId="{9E6BA5BB-FE19-4E2A-8E32-4A1B098176C5}" sibTransId="{D7CA19D2-DF1D-49D5-8147-CE1AC6820285}"/>
    <dgm:cxn modelId="{2A48D0E0-A944-4D37-86AC-39E7496C53EC}" srcId="{5E259906-5A49-4B09-9FE2-26267CA94798}" destId="{07B2CC47-CDFA-441E-9771-4B658D0A78DD}" srcOrd="0" destOrd="0" parTransId="{F1473DEB-CC37-439D-BA31-2AAC293DC5F2}" sibTransId="{97173BA3-0B11-4EDB-B951-EFA012110E7C}"/>
    <dgm:cxn modelId="{0D212CF4-A9BB-4E5D-820C-2649C09E5A95}" type="presOf" srcId="{D66F8106-B0D4-4D20-9EF9-AAE63FC3CF69}" destId="{21D76865-A56C-4990-B205-0AE7E897B2B7}" srcOrd="0" destOrd="0" presId="urn:microsoft.com/office/officeart/2008/layout/LinedList"/>
    <dgm:cxn modelId="{CAEC4B78-7A77-405C-872F-F7652C29AA85}" type="presParOf" srcId="{7AFE63E1-FF36-4F55-9740-9FE274C34924}" destId="{739A2D71-05BD-4CA4-A9E2-30FBC7F8E050}" srcOrd="0" destOrd="0" presId="urn:microsoft.com/office/officeart/2008/layout/LinedList"/>
    <dgm:cxn modelId="{8677C249-7736-41D2-A7B0-FD8A98D06146}" type="presParOf" srcId="{7AFE63E1-FF36-4F55-9740-9FE274C34924}" destId="{CFDF0AC9-2791-4713-8488-5AC8D259FC0C}" srcOrd="1" destOrd="0" presId="urn:microsoft.com/office/officeart/2008/layout/LinedList"/>
    <dgm:cxn modelId="{E55416A2-C122-472F-BFF2-629A142C58CC}" type="presParOf" srcId="{CFDF0AC9-2791-4713-8488-5AC8D259FC0C}" destId="{81DD6696-CE87-4ABE-BF8A-5ECEC66978F7}" srcOrd="0" destOrd="0" presId="urn:microsoft.com/office/officeart/2008/layout/LinedList"/>
    <dgm:cxn modelId="{6C3D6616-886A-4EA0-91DD-732D5694F618}" type="presParOf" srcId="{CFDF0AC9-2791-4713-8488-5AC8D259FC0C}" destId="{02C976C8-2290-4A13-AE99-3D62A81D5A6A}" srcOrd="1" destOrd="0" presId="urn:microsoft.com/office/officeart/2008/layout/LinedList"/>
    <dgm:cxn modelId="{5517472E-0D08-40E7-AEAA-627841BF7D43}" type="presParOf" srcId="{7AFE63E1-FF36-4F55-9740-9FE274C34924}" destId="{8C9D6AA5-0044-40E1-946A-4F37430730FC}" srcOrd="2" destOrd="0" presId="urn:microsoft.com/office/officeart/2008/layout/LinedList"/>
    <dgm:cxn modelId="{1C7AED31-A27D-46DC-9840-6765ABF66A4C}" type="presParOf" srcId="{7AFE63E1-FF36-4F55-9740-9FE274C34924}" destId="{EED8F526-80F4-45E6-B4FA-9765BB5C4249}" srcOrd="3" destOrd="0" presId="urn:microsoft.com/office/officeart/2008/layout/LinedList"/>
    <dgm:cxn modelId="{0B794DA6-02FD-415F-A218-89210C5E636E}" type="presParOf" srcId="{EED8F526-80F4-45E6-B4FA-9765BB5C4249}" destId="{21D76865-A56C-4990-B205-0AE7E897B2B7}" srcOrd="0" destOrd="0" presId="urn:microsoft.com/office/officeart/2008/layout/LinedList"/>
    <dgm:cxn modelId="{B9DF7AA3-9366-473A-96B9-EDA38FB203FF}" type="presParOf" srcId="{EED8F526-80F4-45E6-B4FA-9765BB5C4249}" destId="{4B163607-6578-44E8-9930-50D83844B95C}" srcOrd="1" destOrd="0" presId="urn:microsoft.com/office/officeart/2008/layout/LinedList"/>
    <dgm:cxn modelId="{E429DAC0-ED99-4A24-A926-B21445CAAED9}" type="presParOf" srcId="{7AFE63E1-FF36-4F55-9740-9FE274C34924}" destId="{81A1FEA6-12F7-4ED6-ADBF-B51DEB6A719B}" srcOrd="4" destOrd="0" presId="urn:microsoft.com/office/officeart/2008/layout/LinedList"/>
    <dgm:cxn modelId="{2AAEDAD8-2567-4FDB-9242-AB8848122EA7}" type="presParOf" srcId="{7AFE63E1-FF36-4F55-9740-9FE274C34924}" destId="{F147AD72-C930-4762-8840-2437F514997E}" srcOrd="5" destOrd="0" presId="urn:microsoft.com/office/officeart/2008/layout/LinedList"/>
    <dgm:cxn modelId="{81FD0DD6-5698-4409-888A-97F6F15964EC}" type="presParOf" srcId="{F147AD72-C930-4762-8840-2437F514997E}" destId="{B36A7B92-DE52-4984-9841-26C83F3FD563}" srcOrd="0" destOrd="0" presId="urn:microsoft.com/office/officeart/2008/layout/LinedList"/>
    <dgm:cxn modelId="{CB8DDB8B-03AF-491B-91A7-C5A02EA9A670}" type="presParOf" srcId="{F147AD72-C930-4762-8840-2437F514997E}" destId="{C48EF287-E942-4949-B6DF-FD619CA08AF6}" srcOrd="1" destOrd="0" presId="urn:microsoft.com/office/officeart/2008/layout/LinedList"/>
    <dgm:cxn modelId="{234BA7C0-2C32-4DDE-8363-AF7E6D6B3D19}" type="presParOf" srcId="{7AFE63E1-FF36-4F55-9740-9FE274C34924}" destId="{EB5062C8-26E0-4130-9A4B-E850654E49DD}" srcOrd="6" destOrd="0" presId="urn:microsoft.com/office/officeart/2008/layout/LinedList"/>
    <dgm:cxn modelId="{CCD2F835-2252-420A-A3A9-63C3B1B145E4}" type="presParOf" srcId="{7AFE63E1-FF36-4F55-9740-9FE274C34924}" destId="{C9B89E5C-E6DB-4515-8840-444A7369A226}" srcOrd="7" destOrd="0" presId="urn:microsoft.com/office/officeart/2008/layout/LinedList"/>
    <dgm:cxn modelId="{EA1FD19D-73CB-4C8D-98D8-8088817E9460}" type="presParOf" srcId="{C9B89E5C-E6DB-4515-8840-444A7369A226}" destId="{743648F2-E582-4D4C-BB32-9CEA621DF77C}" srcOrd="0" destOrd="0" presId="urn:microsoft.com/office/officeart/2008/layout/LinedList"/>
    <dgm:cxn modelId="{211E5208-D14C-4FBF-B4F2-26272BBECFA7}" type="presParOf" srcId="{C9B89E5C-E6DB-4515-8840-444A7369A226}" destId="{617112D0-53F4-4676-B142-DF9FDB0389F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46FCBE-02A4-43CE-8AF8-ACDBEDCA0626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0643AE93-5E2D-4651-8DE3-4D42530BC2D6}">
      <dgm:prSet/>
      <dgm:spPr/>
      <dgm:t>
        <a:bodyPr/>
        <a:lstStyle/>
        <a:p>
          <a:r>
            <a:rPr lang="en-GB"/>
            <a:t>Met with members of the Patient Advisory Group (PAG) to discuss missing data</a:t>
          </a:r>
          <a:endParaRPr lang="en-US"/>
        </a:p>
      </dgm:t>
    </dgm:pt>
    <dgm:pt modelId="{E6E2F093-127E-4B37-B64D-A12E15613DA5}" type="parTrans" cxnId="{1DC6FA19-F983-4C70-BD01-5FDE1FFA84AB}">
      <dgm:prSet/>
      <dgm:spPr/>
      <dgm:t>
        <a:bodyPr/>
        <a:lstStyle/>
        <a:p>
          <a:endParaRPr lang="en-US"/>
        </a:p>
      </dgm:t>
    </dgm:pt>
    <dgm:pt modelId="{83C18D6C-CE2B-4112-80BA-2D0ED58EAD14}" type="sibTrans" cxnId="{1DC6FA19-F983-4C70-BD01-5FDE1FFA84AB}">
      <dgm:prSet/>
      <dgm:spPr/>
      <dgm:t>
        <a:bodyPr/>
        <a:lstStyle/>
        <a:p>
          <a:endParaRPr lang="en-US"/>
        </a:p>
      </dgm:t>
    </dgm:pt>
    <dgm:pt modelId="{AC1902E7-E5F4-416E-9E08-C63A1D75EF44}">
      <dgm:prSet/>
      <dgm:spPr/>
      <dgm:t>
        <a:bodyPr/>
        <a:lstStyle/>
        <a:p>
          <a:r>
            <a:rPr lang="en-GB"/>
            <a:t>Mix of people who have had a knee replacement and those interested in using smartphones and wearables for research</a:t>
          </a:r>
          <a:endParaRPr lang="en-US"/>
        </a:p>
      </dgm:t>
    </dgm:pt>
    <dgm:pt modelId="{3C5F2945-C100-4AD2-92B2-F79E5D2FF4CE}" type="parTrans" cxnId="{F6F75DEA-3B67-4415-ABF9-CDD95B30282E}">
      <dgm:prSet/>
      <dgm:spPr/>
      <dgm:t>
        <a:bodyPr/>
        <a:lstStyle/>
        <a:p>
          <a:endParaRPr lang="en-US"/>
        </a:p>
      </dgm:t>
    </dgm:pt>
    <dgm:pt modelId="{8EA7270E-8137-4130-B1A1-BCD2F4F49318}" type="sibTrans" cxnId="{F6F75DEA-3B67-4415-ABF9-CDD95B30282E}">
      <dgm:prSet/>
      <dgm:spPr/>
      <dgm:t>
        <a:bodyPr/>
        <a:lstStyle/>
        <a:p>
          <a:endParaRPr lang="en-US"/>
        </a:p>
      </dgm:t>
    </dgm:pt>
    <dgm:pt modelId="{AD513112-524E-430E-95D8-5323A60D0396}">
      <dgm:prSet/>
      <dgm:spPr/>
      <dgm:t>
        <a:bodyPr/>
        <a:lstStyle/>
        <a:p>
          <a:r>
            <a:rPr lang="en-GB"/>
            <a:t>Explained the issue with missing data and the methods used to fill in the gaps</a:t>
          </a:r>
          <a:endParaRPr lang="en-US"/>
        </a:p>
      </dgm:t>
    </dgm:pt>
    <dgm:pt modelId="{23A3FB99-E139-41EE-86D7-2A9EC8DB662E}" type="parTrans" cxnId="{75709978-8BB9-4E38-8B9B-7BCD06663156}">
      <dgm:prSet/>
      <dgm:spPr/>
      <dgm:t>
        <a:bodyPr/>
        <a:lstStyle/>
        <a:p>
          <a:endParaRPr lang="en-US"/>
        </a:p>
      </dgm:t>
    </dgm:pt>
    <dgm:pt modelId="{E1836EDB-9CC3-41F0-87AE-65708FA46D14}" type="sibTrans" cxnId="{75709978-8BB9-4E38-8B9B-7BCD06663156}">
      <dgm:prSet/>
      <dgm:spPr/>
      <dgm:t>
        <a:bodyPr/>
        <a:lstStyle/>
        <a:p>
          <a:endParaRPr lang="en-US"/>
        </a:p>
      </dgm:t>
    </dgm:pt>
    <dgm:pt modelId="{17DDE29E-95B2-4189-9A40-9F54971DAE71}" type="pres">
      <dgm:prSet presAssocID="{8146FCBE-02A4-43CE-8AF8-ACDBEDCA0626}" presName="vert0" presStyleCnt="0">
        <dgm:presLayoutVars>
          <dgm:dir/>
          <dgm:animOne val="branch"/>
          <dgm:animLvl val="lvl"/>
        </dgm:presLayoutVars>
      </dgm:prSet>
      <dgm:spPr/>
    </dgm:pt>
    <dgm:pt modelId="{4CE6093B-88A9-43A8-ABDF-06F5AF907EC9}" type="pres">
      <dgm:prSet presAssocID="{0643AE93-5E2D-4651-8DE3-4D42530BC2D6}" presName="thickLine" presStyleLbl="alignNode1" presStyleIdx="0" presStyleCnt="3"/>
      <dgm:spPr/>
    </dgm:pt>
    <dgm:pt modelId="{7413B723-B7C5-4E5D-9ACB-7D7A9D682ACD}" type="pres">
      <dgm:prSet presAssocID="{0643AE93-5E2D-4651-8DE3-4D42530BC2D6}" presName="horz1" presStyleCnt="0"/>
      <dgm:spPr/>
    </dgm:pt>
    <dgm:pt modelId="{BE8427CA-F63A-4955-9CD1-6AA7D28A548F}" type="pres">
      <dgm:prSet presAssocID="{0643AE93-5E2D-4651-8DE3-4D42530BC2D6}" presName="tx1" presStyleLbl="revTx" presStyleIdx="0" presStyleCnt="3"/>
      <dgm:spPr/>
    </dgm:pt>
    <dgm:pt modelId="{A90B3675-3DDF-4EB0-A1FE-82411DA9C6D9}" type="pres">
      <dgm:prSet presAssocID="{0643AE93-5E2D-4651-8DE3-4D42530BC2D6}" presName="vert1" presStyleCnt="0"/>
      <dgm:spPr/>
    </dgm:pt>
    <dgm:pt modelId="{48F879C7-C85F-4265-BFF9-92D8849D4360}" type="pres">
      <dgm:prSet presAssocID="{AC1902E7-E5F4-416E-9E08-C63A1D75EF44}" presName="thickLine" presStyleLbl="alignNode1" presStyleIdx="1" presStyleCnt="3"/>
      <dgm:spPr/>
    </dgm:pt>
    <dgm:pt modelId="{0CD1936A-C99F-40A2-8356-2733EEF21ED0}" type="pres">
      <dgm:prSet presAssocID="{AC1902E7-E5F4-416E-9E08-C63A1D75EF44}" presName="horz1" presStyleCnt="0"/>
      <dgm:spPr/>
    </dgm:pt>
    <dgm:pt modelId="{B6167C67-2F35-48EB-A37F-07C304D3AB2D}" type="pres">
      <dgm:prSet presAssocID="{AC1902E7-E5F4-416E-9E08-C63A1D75EF44}" presName="tx1" presStyleLbl="revTx" presStyleIdx="1" presStyleCnt="3"/>
      <dgm:spPr/>
    </dgm:pt>
    <dgm:pt modelId="{29275E15-D8DC-44B6-AE74-F1A5221D1E40}" type="pres">
      <dgm:prSet presAssocID="{AC1902E7-E5F4-416E-9E08-C63A1D75EF44}" presName="vert1" presStyleCnt="0"/>
      <dgm:spPr/>
    </dgm:pt>
    <dgm:pt modelId="{F1A17A6B-643D-4045-AF98-A0C09B125773}" type="pres">
      <dgm:prSet presAssocID="{AD513112-524E-430E-95D8-5323A60D0396}" presName="thickLine" presStyleLbl="alignNode1" presStyleIdx="2" presStyleCnt="3"/>
      <dgm:spPr/>
    </dgm:pt>
    <dgm:pt modelId="{45E21E81-38E8-4EA0-A33F-D7BE53E92C28}" type="pres">
      <dgm:prSet presAssocID="{AD513112-524E-430E-95D8-5323A60D0396}" presName="horz1" presStyleCnt="0"/>
      <dgm:spPr/>
    </dgm:pt>
    <dgm:pt modelId="{9F2A92EC-A5D7-4FA0-8B74-16414E8D3008}" type="pres">
      <dgm:prSet presAssocID="{AD513112-524E-430E-95D8-5323A60D0396}" presName="tx1" presStyleLbl="revTx" presStyleIdx="2" presStyleCnt="3"/>
      <dgm:spPr/>
    </dgm:pt>
    <dgm:pt modelId="{1A26BAC8-3AC6-4CA3-A89B-901E0C2B29CE}" type="pres">
      <dgm:prSet presAssocID="{AD513112-524E-430E-95D8-5323A60D0396}" presName="vert1" presStyleCnt="0"/>
      <dgm:spPr/>
    </dgm:pt>
  </dgm:ptLst>
  <dgm:cxnLst>
    <dgm:cxn modelId="{FF1B3E16-43FD-41C7-9A4D-732CAB010271}" type="presOf" srcId="{AC1902E7-E5F4-416E-9E08-C63A1D75EF44}" destId="{B6167C67-2F35-48EB-A37F-07C304D3AB2D}" srcOrd="0" destOrd="0" presId="urn:microsoft.com/office/officeart/2008/layout/LinedList"/>
    <dgm:cxn modelId="{1DC6FA19-F983-4C70-BD01-5FDE1FFA84AB}" srcId="{8146FCBE-02A4-43CE-8AF8-ACDBEDCA0626}" destId="{0643AE93-5E2D-4651-8DE3-4D42530BC2D6}" srcOrd="0" destOrd="0" parTransId="{E6E2F093-127E-4B37-B64D-A12E15613DA5}" sibTransId="{83C18D6C-CE2B-4112-80BA-2D0ED58EAD14}"/>
    <dgm:cxn modelId="{77778433-0D7D-4A6B-89FD-93F2D6696288}" type="presOf" srcId="{8146FCBE-02A4-43CE-8AF8-ACDBEDCA0626}" destId="{17DDE29E-95B2-4189-9A40-9F54971DAE71}" srcOrd="0" destOrd="0" presId="urn:microsoft.com/office/officeart/2008/layout/LinedList"/>
    <dgm:cxn modelId="{73F50E73-74DB-4C2D-922A-CB216F745F39}" type="presOf" srcId="{0643AE93-5E2D-4651-8DE3-4D42530BC2D6}" destId="{BE8427CA-F63A-4955-9CD1-6AA7D28A548F}" srcOrd="0" destOrd="0" presId="urn:microsoft.com/office/officeart/2008/layout/LinedList"/>
    <dgm:cxn modelId="{75709978-8BB9-4E38-8B9B-7BCD06663156}" srcId="{8146FCBE-02A4-43CE-8AF8-ACDBEDCA0626}" destId="{AD513112-524E-430E-95D8-5323A60D0396}" srcOrd="2" destOrd="0" parTransId="{23A3FB99-E139-41EE-86D7-2A9EC8DB662E}" sibTransId="{E1836EDB-9CC3-41F0-87AE-65708FA46D14}"/>
    <dgm:cxn modelId="{E690DF9D-0349-49AD-84E4-B4655419FADB}" type="presOf" srcId="{AD513112-524E-430E-95D8-5323A60D0396}" destId="{9F2A92EC-A5D7-4FA0-8B74-16414E8D3008}" srcOrd="0" destOrd="0" presId="urn:microsoft.com/office/officeart/2008/layout/LinedList"/>
    <dgm:cxn modelId="{F6F75DEA-3B67-4415-ABF9-CDD95B30282E}" srcId="{8146FCBE-02A4-43CE-8AF8-ACDBEDCA0626}" destId="{AC1902E7-E5F4-416E-9E08-C63A1D75EF44}" srcOrd="1" destOrd="0" parTransId="{3C5F2945-C100-4AD2-92B2-F79E5D2FF4CE}" sibTransId="{8EA7270E-8137-4130-B1A1-BCD2F4F49318}"/>
    <dgm:cxn modelId="{304BB896-8306-46D7-A3E3-5DD453103F0F}" type="presParOf" srcId="{17DDE29E-95B2-4189-9A40-9F54971DAE71}" destId="{4CE6093B-88A9-43A8-ABDF-06F5AF907EC9}" srcOrd="0" destOrd="0" presId="urn:microsoft.com/office/officeart/2008/layout/LinedList"/>
    <dgm:cxn modelId="{D511F861-B772-47CB-9709-8ACE0BDB110F}" type="presParOf" srcId="{17DDE29E-95B2-4189-9A40-9F54971DAE71}" destId="{7413B723-B7C5-4E5D-9ACB-7D7A9D682ACD}" srcOrd="1" destOrd="0" presId="urn:microsoft.com/office/officeart/2008/layout/LinedList"/>
    <dgm:cxn modelId="{2376197A-7070-4FD9-B9B8-9191F102D64A}" type="presParOf" srcId="{7413B723-B7C5-4E5D-9ACB-7D7A9D682ACD}" destId="{BE8427CA-F63A-4955-9CD1-6AA7D28A548F}" srcOrd="0" destOrd="0" presId="urn:microsoft.com/office/officeart/2008/layout/LinedList"/>
    <dgm:cxn modelId="{3B122B5E-3469-462C-9A84-03374004CC2C}" type="presParOf" srcId="{7413B723-B7C5-4E5D-9ACB-7D7A9D682ACD}" destId="{A90B3675-3DDF-4EB0-A1FE-82411DA9C6D9}" srcOrd="1" destOrd="0" presId="urn:microsoft.com/office/officeart/2008/layout/LinedList"/>
    <dgm:cxn modelId="{A1B9E5E8-7477-47BE-A7DC-759A674CB10E}" type="presParOf" srcId="{17DDE29E-95B2-4189-9A40-9F54971DAE71}" destId="{48F879C7-C85F-4265-BFF9-92D8849D4360}" srcOrd="2" destOrd="0" presId="urn:microsoft.com/office/officeart/2008/layout/LinedList"/>
    <dgm:cxn modelId="{34B74264-549A-4BBF-A6D4-A5BB0AC2B153}" type="presParOf" srcId="{17DDE29E-95B2-4189-9A40-9F54971DAE71}" destId="{0CD1936A-C99F-40A2-8356-2733EEF21ED0}" srcOrd="3" destOrd="0" presId="urn:microsoft.com/office/officeart/2008/layout/LinedList"/>
    <dgm:cxn modelId="{0C809723-C80E-41F4-BE96-5755CDA97AB7}" type="presParOf" srcId="{0CD1936A-C99F-40A2-8356-2733EEF21ED0}" destId="{B6167C67-2F35-48EB-A37F-07C304D3AB2D}" srcOrd="0" destOrd="0" presId="urn:microsoft.com/office/officeart/2008/layout/LinedList"/>
    <dgm:cxn modelId="{6419C2E4-16A6-403F-BF7B-116A0A8F3B2D}" type="presParOf" srcId="{0CD1936A-C99F-40A2-8356-2733EEF21ED0}" destId="{29275E15-D8DC-44B6-AE74-F1A5221D1E40}" srcOrd="1" destOrd="0" presId="urn:microsoft.com/office/officeart/2008/layout/LinedList"/>
    <dgm:cxn modelId="{90EA5E7B-B9EC-4CD3-BA26-22CE2336546D}" type="presParOf" srcId="{17DDE29E-95B2-4189-9A40-9F54971DAE71}" destId="{F1A17A6B-643D-4045-AF98-A0C09B125773}" srcOrd="4" destOrd="0" presId="urn:microsoft.com/office/officeart/2008/layout/LinedList"/>
    <dgm:cxn modelId="{0FC0B437-20FE-4CA5-B063-FE26B28A2D3C}" type="presParOf" srcId="{17DDE29E-95B2-4189-9A40-9F54971DAE71}" destId="{45E21E81-38E8-4EA0-A33F-D7BE53E92C28}" srcOrd="5" destOrd="0" presId="urn:microsoft.com/office/officeart/2008/layout/LinedList"/>
    <dgm:cxn modelId="{E09EB3D0-BA23-45E5-BD53-2CD73958E9C8}" type="presParOf" srcId="{45E21E81-38E8-4EA0-A33F-D7BE53E92C28}" destId="{9F2A92EC-A5D7-4FA0-8B74-16414E8D3008}" srcOrd="0" destOrd="0" presId="urn:microsoft.com/office/officeart/2008/layout/LinedList"/>
    <dgm:cxn modelId="{5FA56663-782E-42B4-A3AD-D859167922EC}" type="presParOf" srcId="{45E21E81-38E8-4EA0-A33F-D7BE53E92C28}" destId="{1A26BAC8-3AC6-4CA3-A89B-901E0C2B29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868771-A83B-4EEF-9D4C-84D7FB679B22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B3B52540-5647-4DC3-8D03-F7BB493FA807}">
      <dgm:prSet/>
      <dgm:spPr/>
      <dgm:t>
        <a:bodyPr/>
        <a:lstStyle/>
        <a:p>
          <a:r>
            <a:rPr lang="en-GB"/>
            <a:t>Lots of reasons why data may be missing, not always due to inactivity</a:t>
          </a:r>
          <a:endParaRPr lang="en-US"/>
        </a:p>
      </dgm:t>
    </dgm:pt>
    <dgm:pt modelId="{3A50D54B-5700-4B6E-B193-175AC13DEBB0}" type="parTrans" cxnId="{9E5CA055-42B2-4BFA-AF55-CA19667E7DCF}">
      <dgm:prSet/>
      <dgm:spPr/>
      <dgm:t>
        <a:bodyPr/>
        <a:lstStyle/>
        <a:p>
          <a:endParaRPr lang="en-US"/>
        </a:p>
      </dgm:t>
    </dgm:pt>
    <dgm:pt modelId="{86CDCF28-26E7-441F-BFA3-310F9302A890}" type="sibTrans" cxnId="{9E5CA055-42B2-4BFA-AF55-CA19667E7DCF}">
      <dgm:prSet/>
      <dgm:spPr/>
      <dgm:t>
        <a:bodyPr/>
        <a:lstStyle/>
        <a:p>
          <a:endParaRPr lang="en-US"/>
        </a:p>
      </dgm:t>
    </dgm:pt>
    <dgm:pt modelId="{69F327FC-D6FD-489A-812E-F5FA4AD8B3D2}">
      <dgm:prSet/>
      <dgm:spPr/>
      <dgm:t>
        <a:bodyPr/>
        <a:lstStyle/>
        <a:p>
          <a:r>
            <a:rPr lang="en-GB" dirty="0"/>
            <a:t>Context is important, especially when using retrospective data. Why are people using the devices, what is their purpose? </a:t>
          </a:r>
          <a:endParaRPr lang="en-US" dirty="0"/>
        </a:p>
      </dgm:t>
    </dgm:pt>
    <dgm:pt modelId="{607D5286-0758-4F33-B102-E2BFCF46AFC3}" type="parTrans" cxnId="{EB2E48A5-7C98-47FA-BDA0-1595E2B1B6EB}">
      <dgm:prSet/>
      <dgm:spPr/>
      <dgm:t>
        <a:bodyPr/>
        <a:lstStyle/>
        <a:p>
          <a:endParaRPr lang="en-US"/>
        </a:p>
      </dgm:t>
    </dgm:pt>
    <dgm:pt modelId="{0094DDA7-0E6A-43D9-A083-9A504DF83FB0}" type="sibTrans" cxnId="{EB2E48A5-7C98-47FA-BDA0-1595E2B1B6EB}">
      <dgm:prSet/>
      <dgm:spPr/>
      <dgm:t>
        <a:bodyPr/>
        <a:lstStyle/>
        <a:p>
          <a:endParaRPr lang="en-US"/>
        </a:p>
      </dgm:t>
    </dgm:pt>
    <dgm:pt modelId="{B16EAB04-158C-4F98-9B32-5FB3D3A1F5A3}">
      <dgm:prSet/>
      <dgm:spPr/>
      <dgm:t>
        <a:bodyPr/>
        <a:lstStyle/>
        <a:p>
          <a:r>
            <a:rPr lang="en-GB"/>
            <a:t>Charging, feeling unwell, seasons of the year, lifestyle, priorities etc can all affect device use</a:t>
          </a:r>
          <a:endParaRPr lang="en-US"/>
        </a:p>
      </dgm:t>
    </dgm:pt>
    <dgm:pt modelId="{A9249E26-F0ED-463E-AD14-CD2CF1B32B5B}" type="parTrans" cxnId="{8D433202-78AC-4A7A-85A6-ABEEB3165DFE}">
      <dgm:prSet/>
      <dgm:spPr/>
      <dgm:t>
        <a:bodyPr/>
        <a:lstStyle/>
        <a:p>
          <a:endParaRPr lang="en-US"/>
        </a:p>
      </dgm:t>
    </dgm:pt>
    <dgm:pt modelId="{7302344E-9549-401A-8F95-85254F3C2501}" type="sibTrans" cxnId="{8D433202-78AC-4A7A-85A6-ABEEB3165DFE}">
      <dgm:prSet/>
      <dgm:spPr/>
      <dgm:t>
        <a:bodyPr/>
        <a:lstStyle/>
        <a:p>
          <a:endParaRPr lang="en-US"/>
        </a:p>
      </dgm:t>
    </dgm:pt>
    <dgm:pt modelId="{4B377AF4-1021-484B-9BD4-9BD57D673C7D}">
      <dgm:prSet/>
      <dgm:spPr/>
      <dgm:t>
        <a:bodyPr/>
        <a:lstStyle/>
        <a:p>
          <a:r>
            <a:rPr lang="en-GB"/>
            <a:t>Missing data from the persons perspective, do devices capture things of interest to them? </a:t>
          </a:r>
          <a:endParaRPr lang="en-US"/>
        </a:p>
      </dgm:t>
    </dgm:pt>
    <dgm:pt modelId="{8CC385F2-3814-49DD-A37C-46E2A8A3A254}" type="parTrans" cxnId="{18316EDE-3D26-45C8-8E44-2F45980D127D}">
      <dgm:prSet/>
      <dgm:spPr/>
      <dgm:t>
        <a:bodyPr/>
        <a:lstStyle/>
        <a:p>
          <a:endParaRPr lang="en-US"/>
        </a:p>
      </dgm:t>
    </dgm:pt>
    <dgm:pt modelId="{B21BBDE2-1413-4FDC-A7EF-8C3BB9D30B55}" type="sibTrans" cxnId="{18316EDE-3D26-45C8-8E44-2F45980D127D}">
      <dgm:prSet/>
      <dgm:spPr/>
      <dgm:t>
        <a:bodyPr/>
        <a:lstStyle/>
        <a:p>
          <a:endParaRPr lang="en-US"/>
        </a:p>
      </dgm:t>
    </dgm:pt>
    <dgm:pt modelId="{F90E7A7E-5C29-49B2-87A4-E4FAB842BCE0}">
      <dgm:prSet/>
      <dgm:spPr/>
      <dgm:t>
        <a:bodyPr/>
        <a:lstStyle/>
        <a:p>
          <a:r>
            <a:rPr lang="en-GB" dirty="0"/>
            <a:t>Device use isn’t static, an individuals use and context changes</a:t>
          </a:r>
          <a:endParaRPr lang="en-US" dirty="0"/>
        </a:p>
      </dgm:t>
    </dgm:pt>
    <dgm:pt modelId="{E879B123-68D9-4A7E-95B7-53874ACA20E9}" type="parTrans" cxnId="{956DD7D9-9B58-4577-994D-F03C15C93640}">
      <dgm:prSet/>
      <dgm:spPr/>
      <dgm:t>
        <a:bodyPr/>
        <a:lstStyle/>
        <a:p>
          <a:endParaRPr lang="en-US"/>
        </a:p>
      </dgm:t>
    </dgm:pt>
    <dgm:pt modelId="{0568F197-FB0E-41C2-BD39-72160E1B685A}" type="sibTrans" cxnId="{956DD7D9-9B58-4577-994D-F03C15C93640}">
      <dgm:prSet/>
      <dgm:spPr/>
      <dgm:t>
        <a:bodyPr/>
        <a:lstStyle/>
        <a:p>
          <a:endParaRPr lang="en-US"/>
        </a:p>
      </dgm:t>
    </dgm:pt>
    <dgm:pt modelId="{89151AC0-941C-42A8-83C8-B83836EA376C}">
      <dgm:prSet/>
      <dgm:spPr/>
      <dgm:t>
        <a:bodyPr/>
        <a:lstStyle/>
        <a:p>
          <a:r>
            <a:rPr lang="en-GB"/>
            <a:t>People aren’t data points</a:t>
          </a:r>
          <a:endParaRPr lang="en-US"/>
        </a:p>
      </dgm:t>
    </dgm:pt>
    <dgm:pt modelId="{3200F937-FC93-47CC-B07E-C52D6F4F97E1}" type="parTrans" cxnId="{010C7C1A-124F-4CB5-8BE4-6F7A92096DF2}">
      <dgm:prSet/>
      <dgm:spPr/>
      <dgm:t>
        <a:bodyPr/>
        <a:lstStyle/>
        <a:p>
          <a:endParaRPr lang="en-US"/>
        </a:p>
      </dgm:t>
    </dgm:pt>
    <dgm:pt modelId="{19CDFC62-212D-4AFB-9AF2-9A8102216F93}" type="sibTrans" cxnId="{010C7C1A-124F-4CB5-8BE4-6F7A92096DF2}">
      <dgm:prSet/>
      <dgm:spPr/>
      <dgm:t>
        <a:bodyPr/>
        <a:lstStyle/>
        <a:p>
          <a:endParaRPr lang="en-US"/>
        </a:p>
      </dgm:t>
    </dgm:pt>
    <dgm:pt modelId="{5AC7E4EF-84AB-4B5B-81F0-8E3A16A47BB1}" type="pres">
      <dgm:prSet presAssocID="{58868771-A83B-4EEF-9D4C-84D7FB679B22}" presName="vert0" presStyleCnt="0">
        <dgm:presLayoutVars>
          <dgm:dir/>
          <dgm:animOne val="branch"/>
          <dgm:animLvl val="lvl"/>
        </dgm:presLayoutVars>
      </dgm:prSet>
      <dgm:spPr/>
    </dgm:pt>
    <dgm:pt modelId="{1726B772-29E4-48AC-947C-4293641271DF}" type="pres">
      <dgm:prSet presAssocID="{B3B52540-5647-4DC3-8D03-F7BB493FA807}" presName="thickLine" presStyleLbl="alignNode1" presStyleIdx="0" presStyleCnt="6"/>
      <dgm:spPr/>
    </dgm:pt>
    <dgm:pt modelId="{9E08C246-F970-4992-9DEE-5AEAB0A0F01E}" type="pres">
      <dgm:prSet presAssocID="{B3B52540-5647-4DC3-8D03-F7BB493FA807}" presName="horz1" presStyleCnt="0"/>
      <dgm:spPr/>
    </dgm:pt>
    <dgm:pt modelId="{73BA08A8-4A24-4916-A313-464900634C20}" type="pres">
      <dgm:prSet presAssocID="{B3B52540-5647-4DC3-8D03-F7BB493FA807}" presName="tx1" presStyleLbl="revTx" presStyleIdx="0" presStyleCnt="6"/>
      <dgm:spPr/>
    </dgm:pt>
    <dgm:pt modelId="{A14AE60B-1C0F-4052-A48A-8EF833534F9C}" type="pres">
      <dgm:prSet presAssocID="{B3B52540-5647-4DC3-8D03-F7BB493FA807}" presName="vert1" presStyleCnt="0"/>
      <dgm:spPr/>
    </dgm:pt>
    <dgm:pt modelId="{23A018A4-9284-4317-B5F5-CD4266521A7E}" type="pres">
      <dgm:prSet presAssocID="{69F327FC-D6FD-489A-812E-F5FA4AD8B3D2}" presName="thickLine" presStyleLbl="alignNode1" presStyleIdx="1" presStyleCnt="6"/>
      <dgm:spPr/>
    </dgm:pt>
    <dgm:pt modelId="{B641A1B4-38F0-4E91-930F-9CFE0100F9E3}" type="pres">
      <dgm:prSet presAssocID="{69F327FC-D6FD-489A-812E-F5FA4AD8B3D2}" presName="horz1" presStyleCnt="0"/>
      <dgm:spPr/>
    </dgm:pt>
    <dgm:pt modelId="{39EB331C-D9EC-481B-BAC2-FECC3658F00D}" type="pres">
      <dgm:prSet presAssocID="{69F327FC-D6FD-489A-812E-F5FA4AD8B3D2}" presName="tx1" presStyleLbl="revTx" presStyleIdx="1" presStyleCnt="6"/>
      <dgm:spPr/>
    </dgm:pt>
    <dgm:pt modelId="{4E5E8B41-86B0-49C3-85F9-0D8EE143171F}" type="pres">
      <dgm:prSet presAssocID="{69F327FC-D6FD-489A-812E-F5FA4AD8B3D2}" presName="vert1" presStyleCnt="0"/>
      <dgm:spPr/>
    </dgm:pt>
    <dgm:pt modelId="{7B5EDF2D-CCA3-40F9-86AC-C595C85B733F}" type="pres">
      <dgm:prSet presAssocID="{B16EAB04-158C-4F98-9B32-5FB3D3A1F5A3}" presName="thickLine" presStyleLbl="alignNode1" presStyleIdx="2" presStyleCnt="6"/>
      <dgm:spPr/>
    </dgm:pt>
    <dgm:pt modelId="{5C2721B9-7E47-4CB8-A3C6-B2EDCF9634B3}" type="pres">
      <dgm:prSet presAssocID="{B16EAB04-158C-4F98-9B32-5FB3D3A1F5A3}" presName="horz1" presStyleCnt="0"/>
      <dgm:spPr/>
    </dgm:pt>
    <dgm:pt modelId="{8EC18193-B6BA-4318-9B87-F6C6D91FAA84}" type="pres">
      <dgm:prSet presAssocID="{B16EAB04-158C-4F98-9B32-5FB3D3A1F5A3}" presName="tx1" presStyleLbl="revTx" presStyleIdx="2" presStyleCnt="6"/>
      <dgm:spPr/>
    </dgm:pt>
    <dgm:pt modelId="{E00FF8E1-AD16-4938-83AF-430C177E2C92}" type="pres">
      <dgm:prSet presAssocID="{B16EAB04-158C-4F98-9B32-5FB3D3A1F5A3}" presName="vert1" presStyleCnt="0"/>
      <dgm:spPr/>
    </dgm:pt>
    <dgm:pt modelId="{E802D782-457B-4DF5-967E-92909B981C2C}" type="pres">
      <dgm:prSet presAssocID="{4B377AF4-1021-484B-9BD4-9BD57D673C7D}" presName="thickLine" presStyleLbl="alignNode1" presStyleIdx="3" presStyleCnt="6"/>
      <dgm:spPr/>
    </dgm:pt>
    <dgm:pt modelId="{CBF93787-1C60-43B8-823C-5DCA85EE8F06}" type="pres">
      <dgm:prSet presAssocID="{4B377AF4-1021-484B-9BD4-9BD57D673C7D}" presName="horz1" presStyleCnt="0"/>
      <dgm:spPr/>
    </dgm:pt>
    <dgm:pt modelId="{D41FFA9B-A060-466E-8AF6-80CB1F94183E}" type="pres">
      <dgm:prSet presAssocID="{4B377AF4-1021-484B-9BD4-9BD57D673C7D}" presName="tx1" presStyleLbl="revTx" presStyleIdx="3" presStyleCnt="6"/>
      <dgm:spPr/>
    </dgm:pt>
    <dgm:pt modelId="{8936241C-4C18-4D40-8636-3BF560F6CEA6}" type="pres">
      <dgm:prSet presAssocID="{4B377AF4-1021-484B-9BD4-9BD57D673C7D}" presName="vert1" presStyleCnt="0"/>
      <dgm:spPr/>
    </dgm:pt>
    <dgm:pt modelId="{CA12C806-DD42-4325-8FC4-1318FA78A71A}" type="pres">
      <dgm:prSet presAssocID="{F90E7A7E-5C29-49B2-87A4-E4FAB842BCE0}" presName="thickLine" presStyleLbl="alignNode1" presStyleIdx="4" presStyleCnt="6"/>
      <dgm:spPr/>
    </dgm:pt>
    <dgm:pt modelId="{D1754D8A-D29E-4A7E-A3ED-7E23EC8925DE}" type="pres">
      <dgm:prSet presAssocID="{F90E7A7E-5C29-49B2-87A4-E4FAB842BCE0}" presName="horz1" presStyleCnt="0"/>
      <dgm:spPr/>
    </dgm:pt>
    <dgm:pt modelId="{1454379E-A77D-4ABB-86C1-DBF5D3CE61C6}" type="pres">
      <dgm:prSet presAssocID="{F90E7A7E-5C29-49B2-87A4-E4FAB842BCE0}" presName="tx1" presStyleLbl="revTx" presStyleIdx="4" presStyleCnt="6"/>
      <dgm:spPr/>
    </dgm:pt>
    <dgm:pt modelId="{FC48DC3A-5DCD-4D79-B086-213AD642AFB5}" type="pres">
      <dgm:prSet presAssocID="{F90E7A7E-5C29-49B2-87A4-E4FAB842BCE0}" presName="vert1" presStyleCnt="0"/>
      <dgm:spPr/>
    </dgm:pt>
    <dgm:pt modelId="{2EDE1285-2D28-4E9E-883D-EB0E2E3D00E3}" type="pres">
      <dgm:prSet presAssocID="{89151AC0-941C-42A8-83C8-B83836EA376C}" presName="thickLine" presStyleLbl="alignNode1" presStyleIdx="5" presStyleCnt="6"/>
      <dgm:spPr/>
    </dgm:pt>
    <dgm:pt modelId="{B823E519-1FE7-4BDF-8B43-F524C2E2AC01}" type="pres">
      <dgm:prSet presAssocID="{89151AC0-941C-42A8-83C8-B83836EA376C}" presName="horz1" presStyleCnt="0"/>
      <dgm:spPr/>
    </dgm:pt>
    <dgm:pt modelId="{00035906-9AF0-4CD0-B4E7-3B0FDE764516}" type="pres">
      <dgm:prSet presAssocID="{89151AC0-941C-42A8-83C8-B83836EA376C}" presName="tx1" presStyleLbl="revTx" presStyleIdx="5" presStyleCnt="6"/>
      <dgm:spPr/>
    </dgm:pt>
    <dgm:pt modelId="{256F9932-451D-4779-A258-3D6C7B6B5A6F}" type="pres">
      <dgm:prSet presAssocID="{89151AC0-941C-42A8-83C8-B83836EA376C}" presName="vert1" presStyleCnt="0"/>
      <dgm:spPr/>
    </dgm:pt>
  </dgm:ptLst>
  <dgm:cxnLst>
    <dgm:cxn modelId="{8D433202-78AC-4A7A-85A6-ABEEB3165DFE}" srcId="{58868771-A83B-4EEF-9D4C-84D7FB679B22}" destId="{B16EAB04-158C-4F98-9B32-5FB3D3A1F5A3}" srcOrd="2" destOrd="0" parTransId="{A9249E26-F0ED-463E-AD14-CD2CF1B32B5B}" sibTransId="{7302344E-9549-401A-8F95-85254F3C2501}"/>
    <dgm:cxn modelId="{ED103802-DA5A-4CD2-9B16-480F64787750}" type="presOf" srcId="{58868771-A83B-4EEF-9D4C-84D7FB679B22}" destId="{5AC7E4EF-84AB-4B5B-81F0-8E3A16A47BB1}" srcOrd="0" destOrd="0" presId="urn:microsoft.com/office/officeart/2008/layout/LinedList"/>
    <dgm:cxn modelId="{D4978214-6108-4995-BE19-FEA54226D2E1}" type="presOf" srcId="{B16EAB04-158C-4F98-9B32-5FB3D3A1F5A3}" destId="{8EC18193-B6BA-4318-9B87-F6C6D91FAA84}" srcOrd="0" destOrd="0" presId="urn:microsoft.com/office/officeart/2008/layout/LinedList"/>
    <dgm:cxn modelId="{010C7C1A-124F-4CB5-8BE4-6F7A92096DF2}" srcId="{58868771-A83B-4EEF-9D4C-84D7FB679B22}" destId="{89151AC0-941C-42A8-83C8-B83836EA376C}" srcOrd="5" destOrd="0" parTransId="{3200F937-FC93-47CC-B07E-C52D6F4F97E1}" sibTransId="{19CDFC62-212D-4AFB-9AF2-9A8102216F93}"/>
    <dgm:cxn modelId="{0C62031F-C1A2-4962-AAD1-E5157E664CE4}" type="presOf" srcId="{B3B52540-5647-4DC3-8D03-F7BB493FA807}" destId="{73BA08A8-4A24-4916-A313-464900634C20}" srcOrd="0" destOrd="0" presId="urn:microsoft.com/office/officeart/2008/layout/LinedList"/>
    <dgm:cxn modelId="{9E5CA055-42B2-4BFA-AF55-CA19667E7DCF}" srcId="{58868771-A83B-4EEF-9D4C-84D7FB679B22}" destId="{B3B52540-5647-4DC3-8D03-F7BB493FA807}" srcOrd="0" destOrd="0" parTransId="{3A50D54B-5700-4B6E-B193-175AC13DEBB0}" sibTransId="{86CDCF28-26E7-441F-BFA3-310F9302A890}"/>
    <dgm:cxn modelId="{16BAA78F-CE65-4DC3-83AE-CE7679338CB2}" type="presOf" srcId="{F90E7A7E-5C29-49B2-87A4-E4FAB842BCE0}" destId="{1454379E-A77D-4ABB-86C1-DBF5D3CE61C6}" srcOrd="0" destOrd="0" presId="urn:microsoft.com/office/officeart/2008/layout/LinedList"/>
    <dgm:cxn modelId="{EB2E48A5-7C98-47FA-BDA0-1595E2B1B6EB}" srcId="{58868771-A83B-4EEF-9D4C-84D7FB679B22}" destId="{69F327FC-D6FD-489A-812E-F5FA4AD8B3D2}" srcOrd="1" destOrd="0" parTransId="{607D5286-0758-4F33-B102-E2BFCF46AFC3}" sibTransId="{0094DDA7-0E6A-43D9-A083-9A504DF83FB0}"/>
    <dgm:cxn modelId="{F16671C3-7A6A-4232-8D8D-FB10BC4DC821}" type="presOf" srcId="{4B377AF4-1021-484B-9BD4-9BD57D673C7D}" destId="{D41FFA9B-A060-466E-8AF6-80CB1F94183E}" srcOrd="0" destOrd="0" presId="urn:microsoft.com/office/officeart/2008/layout/LinedList"/>
    <dgm:cxn modelId="{34D41CD0-3FD7-4C9C-9EE0-1B616F8B4412}" type="presOf" srcId="{89151AC0-941C-42A8-83C8-B83836EA376C}" destId="{00035906-9AF0-4CD0-B4E7-3B0FDE764516}" srcOrd="0" destOrd="0" presId="urn:microsoft.com/office/officeart/2008/layout/LinedList"/>
    <dgm:cxn modelId="{956DD7D9-9B58-4577-994D-F03C15C93640}" srcId="{58868771-A83B-4EEF-9D4C-84D7FB679B22}" destId="{F90E7A7E-5C29-49B2-87A4-E4FAB842BCE0}" srcOrd="4" destOrd="0" parTransId="{E879B123-68D9-4A7E-95B7-53874ACA20E9}" sibTransId="{0568F197-FB0E-41C2-BD39-72160E1B685A}"/>
    <dgm:cxn modelId="{18316EDE-3D26-45C8-8E44-2F45980D127D}" srcId="{58868771-A83B-4EEF-9D4C-84D7FB679B22}" destId="{4B377AF4-1021-484B-9BD4-9BD57D673C7D}" srcOrd="3" destOrd="0" parTransId="{8CC385F2-3814-49DD-A37C-46E2A8A3A254}" sibTransId="{B21BBDE2-1413-4FDC-A7EF-8C3BB9D30B55}"/>
    <dgm:cxn modelId="{D6F8C3FE-14EF-47B2-98AB-4C1F50BFCFE7}" type="presOf" srcId="{69F327FC-D6FD-489A-812E-F5FA4AD8B3D2}" destId="{39EB331C-D9EC-481B-BAC2-FECC3658F00D}" srcOrd="0" destOrd="0" presId="urn:microsoft.com/office/officeart/2008/layout/LinedList"/>
    <dgm:cxn modelId="{03BC53E7-EF59-4BD5-B88F-0629DB40B520}" type="presParOf" srcId="{5AC7E4EF-84AB-4B5B-81F0-8E3A16A47BB1}" destId="{1726B772-29E4-48AC-947C-4293641271DF}" srcOrd="0" destOrd="0" presId="urn:microsoft.com/office/officeart/2008/layout/LinedList"/>
    <dgm:cxn modelId="{0E4F2271-6A18-4F9D-99BB-B9DCBF718E61}" type="presParOf" srcId="{5AC7E4EF-84AB-4B5B-81F0-8E3A16A47BB1}" destId="{9E08C246-F970-4992-9DEE-5AEAB0A0F01E}" srcOrd="1" destOrd="0" presId="urn:microsoft.com/office/officeart/2008/layout/LinedList"/>
    <dgm:cxn modelId="{BBD9CDFB-3FAF-4EF0-BF32-A6A406D03F8E}" type="presParOf" srcId="{9E08C246-F970-4992-9DEE-5AEAB0A0F01E}" destId="{73BA08A8-4A24-4916-A313-464900634C20}" srcOrd="0" destOrd="0" presId="urn:microsoft.com/office/officeart/2008/layout/LinedList"/>
    <dgm:cxn modelId="{B92A61A1-7747-4BC9-8F4F-E6FF5B57FB64}" type="presParOf" srcId="{9E08C246-F970-4992-9DEE-5AEAB0A0F01E}" destId="{A14AE60B-1C0F-4052-A48A-8EF833534F9C}" srcOrd="1" destOrd="0" presId="urn:microsoft.com/office/officeart/2008/layout/LinedList"/>
    <dgm:cxn modelId="{565D0160-6F54-4C83-9E0B-FDE9453C8493}" type="presParOf" srcId="{5AC7E4EF-84AB-4B5B-81F0-8E3A16A47BB1}" destId="{23A018A4-9284-4317-B5F5-CD4266521A7E}" srcOrd="2" destOrd="0" presId="urn:microsoft.com/office/officeart/2008/layout/LinedList"/>
    <dgm:cxn modelId="{EDEBCC17-EA9D-4E1B-A7DF-1DAED121774E}" type="presParOf" srcId="{5AC7E4EF-84AB-4B5B-81F0-8E3A16A47BB1}" destId="{B641A1B4-38F0-4E91-930F-9CFE0100F9E3}" srcOrd="3" destOrd="0" presId="urn:microsoft.com/office/officeart/2008/layout/LinedList"/>
    <dgm:cxn modelId="{B7F69B53-7E67-40D3-B47A-046A38C9C6FF}" type="presParOf" srcId="{B641A1B4-38F0-4E91-930F-9CFE0100F9E3}" destId="{39EB331C-D9EC-481B-BAC2-FECC3658F00D}" srcOrd="0" destOrd="0" presId="urn:microsoft.com/office/officeart/2008/layout/LinedList"/>
    <dgm:cxn modelId="{D777373E-F2F7-424C-84EA-DBDCCD780A02}" type="presParOf" srcId="{B641A1B4-38F0-4E91-930F-9CFE0100F9E3}" destId="{4E5E8B41-86B0-49C3-85F9-0D8EE143171F}" srcOrd="1" destOrd="0" presId="urn:microsoft.com/office/officeart/2008/layout/LinedList"/>
    <dgm:cxn modelId="{A3A39AEA-285C-4615-8D2E-87EF7A117335}" type="presParOf" srcId="{5AC7E4EF-84AB-4B5B-81F0-8E3A16A47BB1}" destId="{7B5EDF2D-CCA3-40F9-86AC-C595C85B733F}" srcOrd="4" destOrd="0" presId="urn:microsoft.com/office/officeart/2008/layout/LinedList"/>
    <dgm:cxn modelId="{4D7C059C-337F-4CCB-876D-6DB052DE396A}" type="presParOf" srcId="{5AC7E4EF-84AB-4B5B-81F0-8E3A16A47BB1}" destId="{5C2721B9-7E47-4CB8-A3C6-B2EDCF9634B3}" srcOrd="5" destOrd="0" presId="urn:microsoft.com/office/officeart/2008/layout/LinedList"/>
    <dgm:cxn modelId="{EE2E402D-985B-4163-BE83-F18019CE7E22}" type="presParOf" srcId="{5C2721B9-7E47-4CB8-A3C6-B2EDCF9634B3}" destId="{8EC18193-B6BA-4318-9B87-F6C6D91FAA84}" srcOrd="0" destOrd="0" presId="urn:microsoft.com/office/officeart/2008/layout/LinedList"/>
    <dgm:cxn modelId="{EAB2CB53-EE87-40B5-8F5A-780963C21CBF}" type="presParOf" srcId="{5C2721B9-7E47-4CB8-A3C6-B2EDCF9634B3}" destId="{E00FF8E1-AD16-4938-83AF-430C177E2C92}" srcOrd="1" destOrd="0" presId="urn:microsoft.com/office/officeart/2008/layout/LinedList"/>
    <dgm:cxn modelId="{F8263594-7D6E-46AC-A976-2B0A9C70B779}" type="presParOf" srcId="{5AC7E4EF-84AB-4B5B-81F0-8E3A16A47BB1}" destId="{E802D782-457B-4DF5-967E-92909B981C2C}" srcOrd="6" destOrd="0" presId="urn:microsoft.com/office/officeart/2008/layout/LinedList"/>
    <dgm:cxn modelId="{360D7313-B8D3-44AF-866F-4817B85800E4}" type="presParOf" srcId="{5AC7E4EF-84AB-4B5B-81F0-8E3A16A47BB1}" destId="{CBF93787-1C60-43B8-823C-5DCA85EE8F06}" srcOrd="7" destOrd="0" presId="urn:microsoft.com/office/officeart/2008/layout/LinedList"/>
    <dgm:cxn modelId="{5CCF6CFC-5E7E-470E-ADF0-15CE1554932D}" type="presParOf" srcId="{CBF93787-1C60-43B8-823C-5DCA85EE8F06}" destId="{D41FFA9B-A060-466E-8AF6-80CB1F94183E}" srcOrd="0" destOrd="0" presId="urn:microsoft.com/office/officeart/2008/layout/LinedList"/>
    <dgm:cxn modelId="{C6DCF785-1B14-4F90-BEF4-9A0593A00F97}" type="presParOf" srcId="{CBF93787-1C60-43B8-823C-5DCA85EE8F06}" destId="{8936241C-4C18-4D40-8636-3BF560F6CEA6}" srcOrd="1" destOrd="0" presId="urn:microsoft.com/office/officeart/2008/layout/LinedList"/>
    <dgm:cxn modelId="{37FF3482-19B0-490B-B5BA-5B0183EC6598}" type="presParOf" srcId="{5AC7E4EF-84AB-4B5B-81F0-8E3A16A47BB1}" destId="{CA12C806-DD42-4325-8FC4-1318FA78A71A}" srcOrd="8" destOrd="0" presId="urn:microsoft.com/office/officeart/2008/layout/LinedList"/>
    <dgm:cxn modelId="{1F2A67F4-5198-4DBE-8B81-A765BF03CCFA}" type="presParOf" srcId="{5AC7E4EF-84AB-4B5B-81F0-8E3A16A47BB1}" destId="{D1754D8A-D29E-4A7E-A3ED-7E23EC8925DE}" srcOrd="9" destOrd="0" presId="urn:microsoft.com/office/officeart/2008/layout/LinedList"/>
    <dgm:cxn modelId="{3E39D130-8C37-4B30-94FA-7C9EA957099C}" type="presParOf" srcId="{D1754D8A-D29E-4A7E-A3ED-7E23EC8925DE}" destId="{1454379E-A77D-4ABB-86C1-DBF5D3CE61C6}" srcOrd="0" destOrd="0" presId="urn:microsoft.com/office/officeart/2008/layout/LinedList"/>
    <dgm:cxn modelId="{628B58C2-89F3-4926-A3C8-2324129BA266}" type="presParOf" srcId="{D1754D8A-D29E-4A7E-A3ED-7E23EC8925DE}" destId="{FC48DC3A-5DCD-4D79-B086-213AD642AFB5}" srcOrd="1" destOrd="0" presId="urn:microsoft.com/office/officeart/2008/layout/LinedList"/>
    <dgm:cxn modelId="{88A0F742-C55F-47D5-A4BD-7B5BAABC332F}" type="presParOf" srcId="{5AC7E4EF-84AB-4B5B-81F0-8E3A16A47BB1}" destId="{2EDE1285-2D28-4E9E-883D-EB0E2E3D00E3}" srcOrd="10" destOrd="0" presId="urn:microsoft.com/office/officeart/2008/layout/LinedList"/>
    <dgm:cxn modelId="{AFC7606A-B22C-4A3D-B914-C0C76A16B3A4}" type="presParOf" srcId="{5AC7E4EF-84AB-4B5B-81F0-8E3A16A47BB1}" destId="{B823E519-1FE7-4BDF-8B43-F524C2E2AC01}" srcOrd="11" destOrd="0" presId="urn:microsoft.com/office/officeart/2008/layout/LinedList"/>
    <dgm:cxn modelId="{B9F9E2D5-A2C9-4B06-9CC3-F754F4555C1E}" type="presParOf" srcId="{B823E519-1FE7-4BDF-8B43-F524C2E2AC01}" destId="{00035906-9AF0-4CD0-B4E7-3B0FDE764516}" srcOrd="0" destOrd="0" presId="urn:microsoft.com/office/officeart/2008/layout/LinedList"/>
    <dgm:cxn modelId="{1E6F7F9F-80B8-4015-8850-AF04D3DDB71F}" type="presParOf" srcId="{B823E519-1FE7-4BDF-8B43-F524C2E2AC01}" destId="{256F9932-451D-4779-A258-3D6C7B6B5A6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36F13A-4BAD-4BB7-9115-F4FAFC0B857F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DFD88B3E-CBBA-48F1-AB6A-D0A92ADEEA7B}">
      <dgm:prSet/>
      <dgm:spPr/>
      <dgm:t>
        <a:bodyPr/>
        <a:lstStyle/>
        <a:p>
          <a:r>
            <a:rPr lang="en-GB"/>
            <a:t>Issue of incorrect and misinterpreted data ( clapping and ironing!) </a:t>
          </a:r>
          <a:endParaRPr lang="en-US"/>
        </a:p>
      </dgm:t>
    </dgm:pt>
    <dgm:pt modelId="{AE655FBD-2E6E-4593-B4C2-DE875275C1F7}" type="parTrans" cxnId="{6AA34348-7022-4B28-B414-D480451AD20A}">
      <dgm:prSet/>
      <dgm:spPr/>
      <dgm:t>
        <a:bodyPr/>
        <a:lstStyle/>
        <a:p>
          <a:endParaRPr lang="en-US"/>
        </a:p>
      </dgm:t>
    </dgm:pt>
    <dgm:pt modelId="{3410830D-456D-4B6B-96AB-DD1A6ABCFD41}" type="sibTrans" cxnId="{6AA34348-7022-4B28-B414-D480451AD20A}">
      <dgm:prSet/>
      <dgm:spPr/>
      <dgm:t>
        <a:bodyPr/>
        <a:lstStyle/>
        <a:p>
          <a:endParaRPr lang="en-US"/>
        </a:p>
      </dgm:t>
    </dgm:pt>
    <dgm:pt modelId="{01BCFFB0-0C6A-455D-BA2D-B62144F929A6}">
      <dgm:prSet/>
      <dgm:spPr/>
      <dgm:t>
        <a:bodyPr/>
        <a:lstStyle/>
        <a:p>
          <a:r>
            <a:rPr lang="en-GB" dirty="0"/>
            <a:t>Issue of complete trust in devices and the impact of incorrect and misinterpreted data </a:t>
          </a:r>
          <a:r>
            <a:rPr lang="en-GB" dirty="0" err="1"/>
            <a:t>eg</a:t>
          </a:r>
          <a:r>
            <a:rPr lang="en-GB" dirty="0"/>
            <a:t> worry</a:t>
          </a:r>
          <a:endParaRPr lang="en-US" dirty="0"/>
        </a:p>
      </dgm:t>
    </dgm:pt>
    <dgm:pt modelId="{9D40186E-9D56-405B-AD2C-6A69C8373FB8}" type="parTrans" cxnId="{E3F79441-6B38-412C-A3BB-E8C372AF993D}">
      <dgm:prSet/>
      <dgm:spPr/>
      <dgm:t>
        <a:bodyPr/>
        <a:lstStyle/>
        <a:p>
          <a:endParaRPr lang="en-US"/>
        </a:p>
      </dgm:t>
    </dgm:pt>
    <dgm:pt modelId="{09270E31-ED9C-4DA7-B99E-39B087AFC093}" type="sibTrans" cxnId="{E3F79441-6B38-412C-A3BB-E8C372AF993D}">
      <dgm:prSet/>
      <dgm:spPr/>
      <dgm:t>
        <a:bodyPr/>
        <a:lstStyle/>
        <a:p>
          <a:endParaRPr lang="en-US"/>
        </a:p>
      </dgm:t>
    </dgm:pt>
    <dgm:pt modelId="{9BF5B3FA-FE85-4BEE-AFAE-E2BE5014227C}">
      <dgm:prSet/>
      <dgm:spPr/>
      <dgm:t>
        <a:bodyPr/>
        <a:lstStyle/>
        <a:p>
          <a:r>
            <a:rPr lang="en-GB"/>
            <a:t>Recognition of “it depends” and research potentially using devices for a purpose of which they weren’t intended</a:t>
          </a:r>
          <a:endParaRPr lang="en-US"/>
        </a:p>
      </dgm:t>
    </dgm:pt>
    <dgm:pt modelId="{28626A89-FA4B-4D59-A47A-C4F2B464227D}" type="parTrans" cxnId="{26CD26FF-394F-4F7C-A2F9-AF0906BB3A08}">
      <dgm:prSet/>
      <dgm:spPr/>
      <dgm:t>
        <a:bodyPr/>
        <a:lstStyle/>
        <a:p>
          <a:endParaRPr lang="en-US"/>
        </a:p>
      </dgm:t>
    </dgm:pt>
    <dgm:pt modelId="{80DD75DC-F2B0-45F9-A827-FE34C87CEDEE}" type="sibTrans" cxnId="{26CD26FF-394F-4F7C-A2F9-AF0906BB3A08}">
      <dgm:prSet/>
      <dgm:spPr/>
      <dgm:t>
        <a:bodyPr/>
        <a:lstStyle/>
        <a:p>
          <a:endParaRPr lang="en-US"/>
        </a:p>
      </dgm:t>
    </dgm:pt>
    <dgm:pt modelId="{E5207CEF-5034-443C-9AF0-2393904F4E59}">
      <dgm:prSet/>
      <dgm:spPr/>
      <dgm:t>
        <a:bodyPr/>
        <a:lstStyle/>
        <a:p>
          <a:r>
            <a:rPr lang="en-GB" dirty="0"/>
            <a:t>Importance of using relative step count, people are individuals and it needs to be on a  case by case basis</a:t>
          </a:r>
          <a:endParaRPr lang="en-US" dirty="0"/>
        </a:p>
      </dgm:t>
    </dgm:pt>
    <dgm:pt modelId="{37FF75D8-A568-4300-A357-53E9A1B134F2}" type="parTrans" cxnId="{AC467C23-CFC2-4BDE-8F6F-0FD28EA3299C}">
      <dgm:prSet/>
      <dgm:spPr/>
      <dgm:t>
        <a:bodyPr/>
        <a:lstStyle/>
        <a:p>
          <a:endParaRPr lang="en-US"/>
        </a:p>
      </dgm:t>
    </dgm:pt>
    <dgm:pt modelId="{143C84A8-3253-464C-B4B8-17F1AF994BC2}" type="sibTrans" cxnId="{AC467C23-CFC2-4BDE-8F6F-0FD28EA3299C}">
      <dgm:prSet/>
      <dgm:spPr/>
      <dgm:t>
        <a:bodyPr/>
        <a:lstStyle/>
        <a:p>
          <a:endParaRPr lang="en-US"/>
        </a:p>
      </dgm:t>
    </dgm:pt>
    <dgm:pt modelId="{F2ACACAE-15AC-4D59-A3F2-5EB4D651EEEB}">
      <dgm:prSet/>
      <dgm:spPr/>
      <dgm:t>
        <a:bodyPr/>
        <a:lstStyle/>
        <a:p>
          <a:r>
            <a:rPr lang="en-GB"/>
            <a:t>How you present data and patterns of recovery are important, eg labelling it fast, intermediate and slow. </a:t>
          </a:r>
          <a:endParaRPr lang="en-US"/>
        </a:p>
      </dgm:t>
    </dgm:pt>
    <dgm:pt modelId="{FF01702B-95A5-47C9-B8A2-C4D69DE33E72}" type="parTrans" cxnId="{95AE022E-043C-44BC-828F-711AE9F81B5B}">
      <dgm:prSet/>
      <dgm:spPr/>
      <dgm:t>
        <a:bodyPr/>
        <a:lstStyle/>
        <a:p>
          <a:endParaRPr lang="en-US"/>
        </a:p>
      </dgm:t>
    </dgm:pt>
    <dgm:pt modelId="{1BF88669-B01D-44FC-8598-2DCE46AEF133}" type="sibTrans" cxnId="{95AE022E-043C-44BC-828F-711AE9F81B5B}">
      <dgm:prSet/>
      <dgm:spPr/>
      <dgm:t>
        <a:bodyPr/>
        <a:lstStyle/>
        <a:p>
          <a:endParaRPr lang="en-US"/>
        </a:p>
      </dgm:t>
    </dgm:pt>
    <dgm:pt modelId="{D81F08A5-9680-4CC8-9F42-03374CC5A130}" type="pres">
      <dgm:prSet presAssocID="{0536F13A-4BAD-4BB7-9115-F4FAFC0B857F}" presName="vert0" presStyleCnt="0">
        <dgm:presLayoutVars>
          <dgm:dir/>
          <dgm:animOne val="branch"/>
          <dgm:animLvl val="lvl"/>
        </dgm:presLayoutVars>
      </dgm:prSet>
      <dgm:spPr/>
    </dgm:pt>
    <dgm:pt modelId="{F4CC267E-C401-40E0-9DB8-D8566E45092A}" type="pres">
      <dgm:prSet presAssocID="{DFD88B3E-CBBA-48F1-AB6A-D0A92ADEEA7B}" presName="thickLine" presStyleLbl="alignNode1" presStyleIdx="0" presStyleCnt="5"/>
      <dgm:spPr/>
    </dgm:pt>
    <dgm:pt modelId="{0FF8D2EA-10D1-4127-9FFC-7C84B17D8A3B}" type="pres">
      <dgm:prSet presAssocID="{DFD88B3E-CBBA-48F1-AB6A-D0A92ADEEA7B}" presName="horz1" presStyleCnt="0"/>
      <dgm:spPr/>
    </dgm:pt>
    <dgm:pt modelId="{AF283C15-B09E-4B0D-BBB8-7CC448AAE3FD}" type="pres">
      <dgm:prSet presAssocID="{DFD88B3E-CBBA-48F1-AB6A-D0A92ADEEA7B}" presName="tx1" presStyleLbl="revTx" presStyleIdx="0" presStyleCnt="5"/>
      <dgm:spPr/>
    </dgm:pt>
    <dgm:pt modelId="{133C2A43-6EE6-47E9-8C60-937A58AE0718}" type="pres">
      <dgm:prSet presAssocID="{DFD88B3E-CBBA-48F1-AB6A-D0A92ADEEA7B}" presName="vert1" presStyleCnt="0"/>
      <dgm:spPr/>
    </dgm:pt>
    <dgm:pt modelId="{1DE7E7EE-4C20-462D-B236-FAE034832D6E}" type="pres">
      <dgm:prSet presAssocID="{01BCFFB0-0C6A-455D-BA2D-B62144F929A6}" presName="thickLine" presStyleLbl="alignNode1" presStyleIdx="1" presStyleCnt="5"/>
      <dgm:spPr/>
    </dgm:pt>
    <dgm:pt modelId="{BB09A4BF-708C-42F4-AF42-034CFCD87F8D}" type="pres">
      <dgm:prSet presAssocID="{01BCFFB0-0C6A-455D-BA2D-B62144F929A6}" presName="horz1" presStyleCnt="0"/>
      <dgm:spPr/>
    </dgm:pt>
    <dgm:pt modelId="{2793339A-B95F-4D71-9DD8-E90D9DE86AE4}" type="pres">
      <dgm:prSet presAssocID="{01BCFFB0-0C6A-455D-BA2D-B62144F929A6}" presName="tx1" presStyleLbl="revTx" presStyleIdx="1" presStyleCnt="5"/>
      <dgm:spPr/>
    </dgm:pt>
    <dgm:pt modelId="{6CC7DC7D-1C9E-4440-85BB-6A628B02A862}" type="pres">
      <dgm:prSet presAssocID="{01BCFFB0-0C6A-455D-BA2D-B62144F929A6}" presName="vert1" presStyleCnt="0"/>
      <dgm:spPr/>
    </dgm:pt>
    <dgm:pt modelId="{0333E942-3E46-46FF-995E-C7FBA7E665C9}" type="pres">
      <dgm:prSet presAssocID="{9BF5B3FA-FE85-4BEE-AFAE-E2BE5014227C}" presName="thickLine" presStyleLbl="alignNode1" presStyleIdx="2" presStyleCnt="5"/>
      <dgm:spPr/>
    </dgm:pt>
    <dgm:pt modelId="{B583F458-A04E-456E-9B61-E2D739BFB1C3}" type="pres">
      <dgm:prSet presAssocID="{9BF5B3FA-FE85-4BEE-AFAE-E2BE5014227C}" presName="horz1" presStyleCnt="0"/>
      <dgm:spPr/>
    </dgm:pt>
    <dgm:pt modelId="{623D54E8-85E8-42EF-B24F-11BB3DA64FAF}" type="pres">
      <dgm:prSet presAssocID="{9BF5B3FA-FE85-4BEE-AFAE-E2BE5014227C}" presName="tx1" presStyleLbl="revTx" presStyleIdx="2" presStyleCnt="5"/>
      <dgm:spPr/>
    </dgm:pt>
    <dgm:pt modelId="{F1FF1290-5313-48DD-A2B4-F937E2E7F69F}" type="pres">
      <dgm:prSet presAssocID="{9BF5B3FA-FE85-4BEE-AFAE-E2BE5014227C}" presName="vert1" presStyleCnt="0"/>
      <dgm:spPr/>
    </dgm:pt>
    <dgm:pt modelId="{0B2BEB5C-EB30-4692-A723-DFD6B8EA40FC}" type="pres">
      <dgm:prSet presAssocID="{E5207CEF-5034-443C-9AF0-2393904F4E59}" presName="thickLine" presStyleLbl="alignNode1" presStyleIdx="3" presStyleCnt="5"/>
      <dgm:spPr/>
    </dgm:pt>
    <dgm:pt modelId="{62EE0FD9-86A5-4327-B33F-734C361A1724}" type="pres">
      <dgm:prSet presAssocID="{E5207CEF-5034-443C-9AF0-2393904F4E59}" presName="horz1" presStyleCnt="0"/>
      <dgm:spPr/>
    </dgm:pt>
    <dgm:pt modelId="{4DF40976-8B6D-4FFC-819E-7E0D4F006052}" type="pres">
      <dgm:prSet presAssocID="{E5207CEF-5034-443C-9AF0-2393904F4E59}" presName="tx1" presStyleLbl="revTx" presStyleIdx="3" presStyleCnt="5"/>
      <dgm:spPr/>
    </dgm:pt>
    <dgm:pt modelId="{FF48D3CE-7685-4C42-BE6B-2EFC4E642C04}" type="pres">
      <dgm:prSet presAssocID="{E5207CEF-5034-443C-9AF0-2393904F4E59}" presName="vert1" presStyleCnt="0"/>
      <dgm:spPr/>
    </dgm:pt>
    <dgm:pt modelId="{0B60203C-66F7-460E-B9AB-2DA227D93424}" type="pres">
      <dgm:prSet presAssocID="{F2ACACAE-15AC-4D59-A3F2-5EB4D651EEEB}" presName="thickLine" presStyleLbl="alignNode1" presStyleIdx="4" presStyleCnt="5"/>
      <dgm:spPr/>
    </dgm:pt>
    <dgm:pt modelId="{0B988E07-9007-4D84-B0DA-2B6518160F52}" type="pres">
      <dgm:prSet presAssocID="{F2ACACAE-15AC-4D59-A3F2-5EB4D651EEEB}" presName="horz1" presStyleCnt="0"/>
      <dgm:spPr/>
    </dgm:pt>
    <dgm:pt modelId="{20AC8FE6-08C6-4B67-806F-2E308983884A}" type="pres">
      <dgm:prSet presAssocID="{F2ACACAE-15AC-4D59-A3F2-5EB4D651EEEB}" presName="tx1" presStyleLbl="revTx" presStyleIdx="4" presStyleCnt="5"/>
      <dgm:spPr/>
    </dgm:pt>
    <dgm:pt modelId="{6366C529-22EA-42F1-B882-C86C0B32F2F1}" type="pres">
      <dgm:prSet presAssocID="{F2ACACAE-15AC-4D59-A3F2-5EB4D651EEEB}" presName="vert1" presStyleCnt="0"/>
      <dgm:spPr/>
    </dgm:pt>
  </dgm:ptLst>
  <dgm:cxnLst>
    <dgm:cxn modelId="{AC467C23-CFC2-4BDE-8F6F-0FD28EA3299C}" srcId="{0536F13A-4BAD-4BB7-9115-F4FAFC0B857F}" destId="{E5207CEF-5034-443C-9AF0-2393904F4E59}" srcOrd="3" destOrd="0" parTransId="{37FF75D8-A568-4300-A357-53E9A1B134F2}" sibTransId="{143C84A8-3253-464C-B4B8-17F1AF994BC2}"/>
    <dgm:cxn modelId="{95AE022E-043C-44BC-828F-711AE9F81B5B}" srcId="{0536F13A-4BAD-4BB7-9115-F4FAFC0B857F}" destId="{F2ACACAE-15AC-4D59-A3F2-5EB4D651EEEB}" srcOrd="4" destOrd="0" parTransId="{FF01702B-95A5-47C9-B8A2-C4D69DE33E72}" sibTransId="{1BF88669-B01D-44FC-8598-2DCE46AEF133}"/>
    <dgm:cxn modelId="{4ED6805F-47B6-4FD3-8E51-2396248BDAE2}" type="presOf" srcId="{F2ACACAE-15AC-4D59-A3F2-5EB4D651EEEB}" destId="{20AC8FE6-08C6-4B67-806F-2E308983884A}" srcOrd="0" destOrd="0" presId="urn:microsoft.com/office/officeart/2008/layout/LinedList"/>
    <dgm:cxn modelId="{E3F79441-6B38-412C-A3BB-E8C372AF993D}" srcId="{0536F13A-4BAD-4BB7-9115-F4FAFC0B857F}" destId="{01BCFFB0-0C6A-455D-BA2D-B62144F929A6}" srcOrd="1" destOrd="0" parTransId="{9D40186E-9D56-405B-AD2C-6A69C8373FB8}" sibTransId="{09270E31-ED9C-4DA7-B99E-39B087AFC093}"/>
    <dgm:cxn modelId="{6AA34348-7022-4B28-B414-D480451AD20A}" srcId="{0536F13A-4BAD-4BB7-9115-F4FAFC0B857F}" destId="{DFD88B3E-CBBA-48F1-AB6A-D0A92ADEEA7B}" srcOrd="0" destOrd="0" parTransId="{AE655FBD-2E6E-4593-B4C2-DE875275C1F7}" sibTransId="{3410830D-456D-4B6B-96AB-DD1A6ABCFD41}"/>
    <dgm:cxn modelId="{2FD10675-CAE5-410C-B690-6A8C7BAE70F5}" type="presOf" srcId="{DFD88B3E-CBBA-48F1-AB6A-D0A92ADEEA7B}" destId="{AF283C15-B09E-4B0D-BBB8-7CC448AAE3FD}" srcOrd="0" destOrd="0" presId="urn:microsoft.com/office/officeart/2008/layout/LinedList"/>
    <dgm:cxn modelId="{E42E4F90-D448-4476-B3C9-E12E909B21B0}" type="presOf" srcId="{01BCFFB0-0C6A-455D-BA2D-B62144F929A6}" destId="{2793339A-B95F-4D71-9DD8-E90D9DE86AE4}" srcOrd="0" destOrd="0" presId="urn:microsoft.com/office/officeart/2008/layout/LinedList"/>
    <dgm:cxn modelId="{C01A20B9-B87A-49D8-8506-66F12E749BE3}" type="presOf" srcId="{9BF5B3FA-FE85-4BEE-AFAE-E2BE5014227C}" destId="{623D54E8-85E8-42EF-B24F-11BB3DA64FAF}" srcOrd="0" destOrd="0" presId="urn:microsoft.com/office/officeart/2008/layout/LinedList"/>
    <dgm:cxn modelId="{AA6CBEE2-8EDA-4EAD-8844-778602688921}" type="presOf" srcId="{E5207CEF-5034-443C-9AF0-2393904F4E59}" destId="{4DF40976-8B6D-4FFC-819E-7E0D4F006052}" srcOrd="0" destOrd="0" presId="urn:microsoft.com/office/officeart/2008/layout/LinedList"/>
    <dgm:cxn modelId="{2ABEA1F8-D554-45C9-B5B8-672234BDC48B}" type="presOf" srcId="{0536F13A-4BAD-4BB7-9115-F4FAFC0B857F}" destId="{D81F08A5-9680-4CC8-9F42-03374CC5A130}" srcOrd="0" destOrd="0" presId="urn:microsoft.com/office/officeart/2008/layout/LinedList"/>
    <dgm:cxn modelId="{26CD26FF-394F-4F7C-A2F9-AF0906BB3A08}" srcId="{0536F13A-4BAD-4BB7-9115-F4FAFC0B857F}" destId="{9BF5B3FA-FE85-4BEE-AFAE-E2BE5014227C}" srcOrd="2" destOrd="0" parTransId="{28626A89-FA4B-4D59-A47A-C4F2B464227D}" sibTransId="{80DD75DC-F2B0-45F9-A827-FE34C87CEDEE}"/>
    <dgm:cxn modelId="{AD8A5509-05BE-4566-8341-79BE4992C45A}" type="presParOf" srcId="{D81F08A5-9680-4CC8-9F42-03374CC5A130}" destId="{F4CC267E-C401-40E0-9DB8-D8566E45092A}" srcOrd="0" destOrd="0" presId="urn:microsoft.com/office/officeart/2008/layout/LinedList"/>
    <dgm:cxn modelId="{92692E97-1FBE-4741-BC37-B10CC4204B0A}" type="presParOf" srcId="{D81F08A5-9680-4CC8-9F42-03374CC5A130}" destId="{0FF8D2EA-10D1-4127-9FFC-7C84B17D8A3B}" srcOrd="1" destOrd="0" presId="urn:microsoft.com/office/officeart/2008/layout/LinedList"/>
    <dgm:cxn modelId="{73E1DEB2-A31C-4956-B93C-0F6859ABB16C}" type="presParOf" srcId="{0FF8D2EA-10D1-4127-9FFC-7C84B17D8A3B}" destId="{AF283C15-B09E-4B0D-BBB8-7CC448AAE3FD}" srcOrd="0" destOrd="0" presId="urn:microsoft.com/office/officeart/2008/layout/LinedList"/>
    <dgm:cxn modelId="{1C5FEEC7-0203-493B-9155-DE09C9196319}" type="presParOf" srcId="{0FF8D2EA-10D1-4127-9FFC-7C84B17D8A3B}" destId="{133C2A43-6EE6-47E9-8C60-937A58AE0718}" srcOrd="1" destOrd="0" presId="urn:microsoft.com/office/officeart/2008/layout/LinedList"/>
    <dgm:cxn modelId="{0BD093DF-9576-4D52-8D48-B9834E7195F8}" type="presParOf" srcId="{D81F08A5-9680-4CC8-9F42-03374CC5A130}" destId="{1DE7E7EE-4C20-462D-B236-FAE034832D6E}" srcOrd="2" destOrd="0" presId="urn:microsoft.com/office/officeart/2008/layout/LinedList"/>
    <dgm:cxn modelId="{0B961E64-871C-4310-B25C-EF31A37BDD71}" type="presParOf" srcId="{D81F08A5-9680-4CC8-9F42-03374CC5A130}" destId="{BB09A4BF-708C-42F4-AF42-034CFCD87F8D}" srcOrd="3" destOrd="0" presId="urn:microsoft.com/office/officeart/2008/layout/LinedList"/>
    <dgm:cxn modelId="{C218B7AE-1ED9-4A5D-9CDD-4DF3EEDAFDB6}" type="presParOf" srcId="{BB09A4BF-708C-42F4-AF42-034CFCD87F8D}" destId="{2793339A-B95F-4D71-9DD8-E90D9DE86AE4}" srcOrd="0" destOrd="0" presId="urn:microsoft.com/office/officeart/2008/layout/LinedList"/>
    <dgm:cxn modelId="{E417DB4C-0443-410C-8A1B-13D90B8E05D1}" type="presParOf" srcId="{BB09A4BF-708C-42F4-AF42-034CFCD87F8D}" destId="{6CC7DC7D-1C9E-4440-85BB-6A628B02A862}" srcOrd="1" destOrd="0" presId="urn:microsoft.com/office/officeart/2008/layout/LinedList"/>
    <dgm:cxn modelId="{2D3E7C1C-586C-4CE1-A6F0-C29ADFAD1A8D}" type="presParOf" srcId="{D81F08A5-9680-4CC8-9F42-03374CC5A130}" destId="{0333E942-3E46-46FF-995E-C7FBA7E665C9}" srcOrd="4" destOrd="0" presId="urn:microsoft.com/office/officeart/2008/layout/LinedList"/>
    <dgm:cxn modelId="{96BE0968-A0BA-4454-857C-83CD84CC30F8}" type="presParOf" srcId="{D81F08A5-9680-4CC8-9F42-03374CC5A130}" destId="{B583F458-A04E-456E-9B61-E2D739BFB1C3}" srcOrd="5" destOrd="0" presId="urn:microsoft.com/office/officeart/2008/layout/LinedList"/>
    <dgm:cxn modelId="{9602B5A4-8C16-4FE6-AB72-958928A3C913}" type="presParOf" srcId="{B583F458-A04E-456E-9B61-E2D739BFB1C3}" destId="{623D54E8-85E8-42EF-B24F-11BB3DA64FAF}" srcOrd="0" destOrd="0" presId="urn:microsoft.com/office/officeart/2008/layout/LinedList"/>
    <dgm:cxn modelId="{96E848C6-4F10-4893-834A-EF280166E23C}" type="presParOf" srcId="{B583F458-A04E-456E-9B61-E2D739BFB1C3}" destId="{F1FF1290-5313-48DD-A2B4-F937E2E7F69F}" srcOrd="1" destOrd="0" presId="urn:microsoft.com/office/officeart/2008/layout/LinedList"/>
    <dgm:cxn modelId="{4FA3164D-192E-473C-A101-AE08FE547422}" type="presParOf" srcId="{D81F08A5-9680-4CC8-9F42-03374CC5A130}" destId="{0B2BEB5C-EB30-4692-A723-DFD6B8EA40FC}" srcOrd="6" destOrd="0" presId="urn:microsoft.com/office/officeart/2008/layout/LinedList"/>
    <dgm:cxn modelId="{A21F567C-F1E5-473C-BF80-2DFA40C675DA}" type="presParOf" srcId="{D81F08A5-9680-4CC8-9F42-03374CC5A130}" destId="{62EE0FD9-86A5-4327-B33F-734C361A1724}" srcOrd="7" destOrd="0" presId="urn:microsoft.com/office/officeart/2008/layout/LinedList"/>
    <dgm:cxn modelId="{B6039CB2-C22E-46EF-B521-511C0BA5B398}" type="presParOf" srcId="{62EE0FD9-86A5-4327-B33F-734C361A1724}" destId="{4DF40976-8B6D-4FFC-819E-7E0D4F006052}" srcOrd="0" destOrd="0" presId="urn:microsoft.com/office/officeart/2008/layout/LinedList"/>
    <dgm:cxn modelId="{BC5D26E4-2D46-4CDD-AF6C-65843173E829}" type="presParOf" srcId="{62EE0FD9-86A5-4327-B33F-734C361A1724}" destId="{FF48D3CE-7685-4C42-BE6B-2EFC4E642C04}" srcOrd="1" destOrd="0" presId="urn:microsoft.com/office/officeart/2008/layout/LinedList"/>
    <dgm:cxn modelId="{0F0D267D-73EF-4388-B1D5-AC45CD9E0F5D}" type="presParOf" srcId="{D81F08A5-9680-4CC8-9F42-03374CC5A130}" destId="{0B60203C-66F7-460E-B9AB-2DA227D93424}" srcOrd="8" destOrd="0" presId="urn:microsoft.com/office/officeart/2008/layout/LinedList"/>
    <dgm:cxn modelId="{32BFB08C-9522-4A42-9305-4F332A60FF51}" type="presParOf" srcId="{D81F08A5-9680-4CC8-9F42-03374CC5A130}" destId="{0B988E07-9007-4D84-B0DA-2B6518160F52}" srcOrd="9" destOrd="0" presId="urn:microsoft.com/office/officeart/2008/layout/LinedList"/>
    <dgm:cxn modelId="{5EDB20FA-E6A1-40EB-A8FF-A7655C44FE52}" type="presParOf" srcId="{0B988E07-9007-4D84-B0DA-2B6518160F52}" destId="{20AC8FE6-08C6-4B67-806F-2E308983884A}" srcOrd="0" destOrd="0" presId="urn:microsoft.com/office/officeart/2008/layout/LinedList"/>
    <dgm:cxn modelId="{42BA0C5B-464B-4A68-B927-7FC0A3B9F487}" type="presParOf" srcId="{0B988E07-9007-4D84-B0DA-2B6518160F52}" destId="{6366C529-22EA-42F1-B882-C86C0B32F2F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9CA3349-397B-4D52-B334-AB688066D820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2615BA27-2D62-4392-945A-D14DA18DAE0D}">
      <dgm:prSet/>
      <dgm:spPr/>
      <dgm:t>
        <a:bodyPr/>
        <a:lstStyle/>
        <a:p>
          <a:r>
            <a:rPr lang="en-GB"/>
            <a:t>Missing data isn’t just a methodological issue, it needs to be centred in real life experience and insights</a:t>
          </a:r>
          <a:endParaRPr lang="en-US"/>
        </a:p>
      </dgm:t>
    </dgm:pt>
    <dgm:pt modelId="{D74C5C81-958A-4E72-AA6A-4FB05C06DD11}" type="parTrans" cxnId="{BA477C14-54A3-4C7E-AAE6-B3A23F9095D4}">
      <dgm:prSet/>
      <dgm:spPr/>
      <dgm:t>
        <a:bodyPr/>
        <a:lstStyle/>
        <a:p>
          <a:endParaRPr lang="en-US"/>
        </a:p>
      </dgm:t>
    </dgm:pt>
    <dgm:pt modelId="{2769D6EA-8A17-4006-8E1F-C159320FD129}" type="sibTrans" cxnId="{BA477C14-54A3-4C7E-AAE6-B3A23F9095D4}">
      <dgm:prSet/>
      <dgm:spPr/>
      <dgm:t>
        <a:bodyPr/>
        <a:lstStyle/>
        <a:p>
          <a:endParaRPr lang="en-US"/>
        </a:p>
      </dgm:t>
    </dgm:pt>
    <dgm:pt modelId="{C3F930E3-D2D7-4B8C-8621-BADCC5CCDF5C}">
      <dgm:prSet/>
      <dgm:spPr/>
      <dgm:t>
        <a:bodyPr/>
        <a:lstStyle/>
        <a:p>
          <a:r>
            <a:rPr lang="en-GB"/>
            <a:t>Reflexivity is crucial for all research, not just qualitative</a:t>
          </a:r>
          <a:endParaRPr lang="en-US"/>
        </a:p>
      </dgm:t>
    </dgm:pt>
    <dgm:pt modelId="{EC18EF75-D011-4DCB-8865-F24EEFE98622}" type="parTrans" cxnId="{EFD9E4EF-D653-4786-8299-C96FC548D4F4}">
      <dgm:prSet/>
      <dgm:spPr/>
      <dgm:t>
        <a:bodyPr/>
        <a:lstStyle/>
        <a:p>
          <a:endParaRPr lang="en-US"/>
        </a:p>
      </dgm:t>
    </dgm:pt>
    <dgm:pt modelId="{C9158817-0145-40C3-A39C-E01BA041B8A5}" type="sibTrans" cxnId="{EFD9E4EF-D653-4786-8299-C96FC548D4F4}">
      <dgm:prSet/>
      <dgm:spPr/>
      <dgm:t>
        <a:bodyPr/>
        <a:lstStyle/>
        <a:p>
          <a:endParaRPr lang="en-US"/>
        </a:p>
      </dgm:t>
    </dgm:pt>
    <dgm:pt modelId="{10428F9E-A9B7-4681-8267-70C9ECCC9803}">
      <dgm:prSet/>
      <dgm:spPr/>
      <dgm:t>
        <a:bodyPr/>
        <a:lstStyle/>
        <a:p>
          <a:r>
            <a:rPr lang="en-GB"/>
            <a:t>Understand the purpose, be transparent and make the task clear</a:t>
          </a:r>
          <a:endParaRPr lang="en-US"/>
        </a:p>
      </dgm:t>
    </dgm:pt>
    <dgm:pt modelId="{D79E4AFC-14E3-4DD0-9D1B-3C5F4D34DE62}" type="parTrans" cxnId="{5463C560-5340-470C-9C78-791A1E6BD0B0}">
      <dgm:prSet/>
      <dgm:spPr/>
      <dgm:t>
        <a:bodyPr/>
        <a:lstStyle/>
        <a:p>
          <a:endParaRPr lang="en-US"/>
        </a:p>
      </dgm:t>
    </dgm:pt>
    <dgm:pt modelId="{B3F3D64B-D7BF-482D-BC37-C874AB9570D2}" type="sibTrans" cxnId="{5463C560-5340-470C-9C78-791A1E6BD0B0}">
      <dgm:prSet/>
      <dgm:spPr/>
      <dgm:t>
        <a:bodyPr/>
        <a:lstStyle/>
        <a:p>
          <a:endParaRPr lang="en-US"/>
        </a:p>
      </dgm:t>
    </dgm:pt>
    <dgm:pt modelId="{0E8E6F7A-FA9C-4660-BBBB-41E508B4E9BF}">
      <dgm:prSet/>
      <dgm:spPr/>
      <dgm:t>
        <a:bodyPr/>
        <a:lstStyle/>
        <a:p>
          <a:r>
            <a:rPr lang="en-GB"/>
            <a:t>Close the feedback loop, let people know how their insights and experiences have been used</a:t>
          </a:r>
          <a:endParaRPr lang="en-US"/>
        </a:p>
      </dgm:t>
    </dgm:pt>
    <dgm:pt modelId="{1744F803-7E4D-46D9-A649-7917A827476B}" type="parTrans" cxnId="{D670AD82-FA70-4B15-B1ED-1DBF3A574835}">
      <dgm:prSet/>
      <dgm:spPr/>
      <dgm:t>
        <a:bodyPr/>
        <a:lstStyle/>
        <a:p>
          <a:endParaRPr lang="en-US"/>
        </a:p>
      </dgm:t>
    </dgm:pt>
    <dgm:pt modelId="{C8EA60B7-2CC8-4F84-94B7-FA2098071A35}" type="sibTrans" cxnId="{D670AD82-FA70-4B15-B1ED-1DBF3A574835}">
      <dgm:prSet/>
      <dgm:spPr/>
      <dgm:t>
        <a:bodyPr/>
        <a:lstStyle/>
        <a:p>
          <a:endParaRPr lang="en-US"/>
        </a:p>
      </dgm:t>
    </dgm:pt>
    <dgm:pt modelId="{2F0A0EEB-2CA4-4206-AF30-DD6648B24E8E}">
      <dgm:prSet/>
      <dgm:spPr/>
      <dgm:t>
        <a:bodyPr/>
        <a:lstStyle/>
        <a:p>
          <a:r>
            <a:rPr lang="en-GB"/>
            <a:t>Recognise different types of expertise and experience, it adds to research</a:t>
          </a:r>
          <a:endParaRPr lang="en-US"/>
        </a:p>
      </dgm:t>
    </dgm:pt>
    <dgm:pt modelId="{5989F09A-E54A-4BF7-9ECF-16CC5938C4D3}" type="parTrans" cxnId="{3149E61B-7336-4947-BB15-F033C2E2FA68}">
      <dgm:prSet/>
      <dgm:spPr/>
      <dgm:t>
        <a:bodyPr/>
        <a:lstStyle/>
        <a:p>
          <a:endParaRPr lang="en-US"/>
        </a:p>
      </dgm:t>
    </dgm:pt>
    <dgm:pt modelId="{94C84FB2-CEE5-483B-A843-436DE119930C}" type="sibTrans" cxnId="{3149E61B-7336-4947-BB15-F033C2E2FA68}">
      <dgm:prSet/>
      <dgm:spPr/>
      <dgm:t>
        <a:bodyPr/>
        <a:lstStyle/>
        <a:p>
          <a:endParaRPr lang="en-US"/>
        </a:p>
      </dgm:t>
    </dgm:pt>
    <dgm:pt modelId="{7F5BB34F-4F02-43FB-A2F9-02B69C2C86BC}" type="pres">
      <dgm:prSet presAssocID="{49CA3349-397B-4D52-B334-AB688066D820}" presName="vert0" presStyleCnt="0">
        <dgm:presLayoutVars>
          <dgm:dir/>
          <dgm:animOne val="branch"/>
          <dgm:animLvl val="lvl"/>
        </dgm:presLayoutVars>
      </dgm:prSet>
      <dgm:spPr/>
    </dgm:pt>
    <dgm:pt modelId="{DC35BFFA-D661-4EF2-ACC7-63E038CA9C19}" type="pres">
      <dgm:prSet presAssocID="{2615BA27-2D62-4392-945A-D14DA18DAE0D}" presName="thickLine" presStyleLbl="alignNode1" presStyleIdx="0" presStyleCnt="5"/>
      <dgm:spPr/>
    </dgm:pt>
    <dgm:pt modelId="{B7C0FFBE-B34F-4AA5-8393-AF7560BC57A5}" type="pres">
      <dgm:prSet presAssocID="{2615BA27-2D62-4392-945A-D14DA18DAE0D}" presName="horz1" presStyleCnt="0"/>
      <dgm:spPr/>
    </dgm:pt>
    <dgm:pt modelId="{00B66941-0A82-45C7-B616-B9ED3FA4E804}" type="pres">
      <dgm:prSet presAssocID="{2615BA27-2D62-4392-945A-D14DA18DAE0D}" presName="tx1" presStyleLbl="revTx" presStyleIdx="0" presStyleCnt="5"/>
      <dgm:spPr/>
    </dgm:pt>
    <dgm:pt modelId="{73E84409-8D87-4E7E-AB2C-D108D937FC67}" type="pres">
      <dgm:prSet presAssocID="{2615BA27-2D62-4392-945A-D14DA18DAE0D}" presName="vert1" presStyleCnt="0"/>
      <dgm:spPr/>
    </dgm:pt>
    <dgm:pt modelId="{A808B21D-BF6F-4D5B-9A88-F9368FF829B5}" type="pres">
      <dgm:prSet presAssocID="{C3F930E3-D2D7-4B8C-8621-BADCC5CCDF5C}" presName="thickLine" presStyleLbl="alignNode1" presStyleIdx="1" presStyleCnt="5"/>
      <dgm:spPr/>
    </dgm:pt>
    <dgm:pt modelId="{1F033189-7BC6-4116-BF1A-1A5DAF2ECC37}" type="pres">
      <dgm:prSet presAssocID="{C3F930E3-D2D7-4B8C-8621-BADCC5CCDF5C}" presName="horz1" presStyleCnt="0"/>
      <dgm:spPr/>
    </dgm:pt>
    <dgm:pt modelId="{8EDA2163-5112-452D-883C-775B971581DD}" type="pres">
      <dgm:prSet presAssocID="{C3F930E3-D2D7-4B8C-8621-BADCC5CCDF5C}" presName="tx1" presStyleLbl="revTx" presStyleIdx="1" presStyleCnt="5"/>
      <dgm:spPr/>
    </dgm:pt>
    <dgm:pt modelId="{AF677658-C3A3-441E-BABE-1F51D611F797}" type="pres">
      <dgm:prSet presAssocID="{C3F930E3-D2D7-4B8C-8621-BADCC5CCDF5C}" presName="vert1" presStyleCnt="0"/>
      <dgm:spPr/>
    </dgm:pt>
    <dgm:pt modelId="{3681CEE4-F00C-4976-9E15-AE7295C08961}" type="pres">
      <dgm:prSet presAssocID="{10428F9E-A9B7-4681-8267-70C9ECCC9803}" presName="thickLine" presStyleLbl="alignNode1" presStyleIdx="2" presStyleCnt="5"/>
      <dgm:spPr/>
    </dgm:pt>
    <dgm:pt modelId="{C0B9287A-1AD1-4F39-A68E-D41C61176389}" type="pres">
      <dgm:prSet presAssocID="{10428F9E-A9B7-4681-8267-70C9ECCC9803}" presName="horz1" presStyleCnt="0"/>
      <dgm:spPr/>
    </dgm:pt>
    <dgm:pt modelId="{763AFBDB-AF11-43F5-9089-FAB90872F6D8}" type="pres">
      <dgm:prSet presAssocID="{10428F9E-A9B7-4681-8267-70C9ECCC9803}" presName="tx1" presStyleLbl="revTx" presStyleIdx="2" presStyleCnt="5"/>
      <dgm:spPr/>
    </dgm:pt>
    <dgm:pt modelId="{9EE96A8E-9347-46C1-96DB-E710959156CB}" type="pres">
      <dgm:prSet presAssocID="{10428F9E-A9B7-4681-8267-70C9ECCC9803}" presName="vert1" presStyleCnt="0"/>
      <dgm:spPr/>
    </dgm:pt>
    <dgm:pt modelId="{1866A4D3-DAD7-4938-9116-37C52C9E9665}" type="pres">
      <dgm:prSet presAssocID="{0E8E6F7A-FA9C-4660-BBBB-41E508B4E9BF}" presName="thickLine" presStyleLbl="alignNode1" presStyleIdx="3" presStyleCnt="5"/>
      <dgm:spPr/>
    </dgm:pt>
    <dgm:pt modelId="{53754C6D-F6D3-44DA-AA99-00ADFE2E12AF}" type="pres">
      <dgm:prSet presAssocID="{0E8E6F7A-FA9C-4660-BBBB-41E508B4E9BF}" presName="horz1" presStyleCnt="0"/>
      <dgm:spPr/>
    </dgm:pt>
    <dgm:pt modelId="{7E462808-F8D8-4C93-A9F1-00870481D4D0}" type="pres">
      <dgm:prSet presAssocID="{0E8E6F7A-FA9C-4660-BBBB-41E508B4E9BF}" presName="tx1" presStyleLbl="revTx" presStyleIdx="3" presStyleCnt="5"/>
      <dgm:spPr/>
    </dgm:pt>
    <dgm:pt modelId="{6E3F6EF5-37EE-4A92-BD03-5F354C62FBDC}" type="pres">
      <dgm:prSet presAssocID="{0E8E6F7A-FA9C-4660-BBBB-41E508B4E9BF}" presName="vert1" presStyleCnt="0"/>
      <dgm:spPr/>
    </dgm:pt>
    <dgm:pt modelId="{4ED37F57-55B4-4184-A27A-F936EFFF6B92}" type="pres">
      <dgm:prSet presAssocID="{2F0A0EEB-2CA4-4206-AF30-DD6648B24E8E}" presName="thickLine" presStyleLbl="alignNode1" presStyleIdx="4" presStyleCnt="5"/>
      <dgm:spPr/>
    </dgm:pt>
    <dgm:pt modelId="{3CCB32AF-FBCD-43B0-9015-4789568AF60F}" type="pres">
      <dgm:prSet presAssocID="{2F0A0EEB-2CA4-4206-AF30-DD6648B24E8E}" presName="horz1" presStyleCnt="0"/>
      <dgm:spPr/>
    </dgm:pt>
    <dgm:pt modelId="{DDCE24C2-FD14-4F6E-BBCC-DF674CC9AE67}" type="pres">
      <dgm:prSet presAssocID="{2F0A0EEB-2CA4-4206-AF30-DD6648B24E8E}" presName="tx1" presStyleLbl="revTx" presStyleIdx="4" presStyleCnt="5"/>
      <dgm:spPr/>
    </dgm:pt>
    <dgm:pt modelId="{767802FA-0B83-4714-9213-97C4FE46319E}" type="pres">
      <dgm:prSet presAssocID="{2F0A0EEB-2CA4-4206-AF30-DD6648B24E8E}" presName="vert1" presStyleCnt="0"/>
      <dgm:spPr/>
    </dgm:pt>
  </dgm:ptLst>
  <dgm:cxnLst>
    <dgm:cxn modelId="{BA477C14-54A3-4C7E-AAE6-B3A23F9095D4}" srcId="{49CA3349-397B-4D52-B334-AB688066D820}" destId="{2615BA27-2D62-4392-945A-D14DA18DAE0D}" srcOrd="0" destOrd="0" parTransId="{D74C5C81-958A-4E72-AA6A-4FB05C06DD11}" sibTransId="{2769D6EA-8A17-4006-8E1F-C159320FD129}"/>
    <dgm:cxn modelId="{3149E61B-7336-4947-BB15-F033C2E2FA68}" srcId="{49CA3349-397B-4D52-B334-AB688066D820}" destId="{2F0A0EEB-2CA4-4206-AF30-DD6648B24E8E}" srcOrd="4" destOrd="0" parTransId="{5989F09A-E54A-4BF7-9ECF-16CC5938C4D3}" sibTransId="{94C84FB2-CEE5-483B-A843-436DE119930C}"/>
    <dgm:cxn modelId="{5463C560-5340-470C-9C78-791A1E6BD0B0}" srcId="{49CA3349-397B-4D52-B334-AB688066D820}" destId="{10428F9E-A9B7-4681-8267-70C9ECCC9803}" srcOrd="2" destOrd="0" parTransId="{D79E4AFC-14E3-4DD0-9D1B-3C5F4D34DE62}" sibTransId="{B3F3D64B-D7BF-482D-BC37-C874AB9570D2}"/>
    <dgm:cxn modelId="{14EAEB6E-7DCF-4982-98EA-50F6E08B693D}" type="presOf" srcId="{C3F930E3-D2D7-4B8C-8621-BADCC5CCDF5C}" destId="{8EDA2163-5112-452D-883C-775B971581DD}" srcOrd="0" destOrd="0" presId="urn:microsoft.com/office/officeart/2008/layout/LinedList"/>
    <dgm:cxn modelId="{1C12CF76-3125-496C-8AD8-3054842238AD}" type="presOf" srcId="{2F0A0EEB-2CA4-4206-AF30-DD6648B24E8E}" destId="{DDCE24C2-FD14-4F6E-BBCC-DF674CC9AE67}" srcOrd="0" destOrd="0" presId="urn:microsoft.com/office/officeart/2008/layout/LinedList"/>
    <dgm:cxn modelId="{9B6DB05A-866C-43F4-BBCB-3F50F62B9DA8}" type="presOf" srcId="{2615BA27-2D62-4392-945A-D14DA18DAE0D}" destId="{00B66941-0A82-45C7-B616-B9ED3FA4E804}" srcOrd="0" destOrd="0" presId="urn:microsoft.com/office/officeart/2008/layout/LinedList"/>
    <dgm:cxn modelId="{D670AD82-FA70-4B15-B1ED-1DBF3A574835}" srcId="{49CA3349-397B-4D52-B334-AB688066D820}" destId="{0E8E6F7A-FA9C-4660-BBBB-41E508B4E9BF}" srcOrd="3" destOrd="0" parTransId="{1744F803-7E4D-46D9-A649-7917A827476B}" sibTransId="{C8EA60B7-2CC8-4F84-94B7-FA2098071A35}"/>
    <dgm:cxn modelId="{7AAAC3E7-B8A1-4EAF-8D47-9B34FEA37D6D}" type="presOf" srcId="{0E8E6F7A-FA9C-4660-BBBB-41E508B4E9BF}" destId="{7E462808-F8D8-4C93-A9F1-00870481D4D0}" srcOrd="0" destOrd="0" presId="urn:microsoft.com/office/officeart/2008/layout/LinedList"/>
    <dgm:cxn modelId="{EFD9E4EF-D653-4786-8299-C96FC548D4F4}" srcId="{49CA3349-397B-4D52-B334-AB688066D820}" destId="{C3F930E3-D2D7-4B8C-8621-BADCC5CCDF5C}" srcOrd="1" destOrd="0" parTransId="{EC18EF75-D011-4DCB-8865-F24EEFE98622}" sibTransId="{C9158817-0145-40C3-A39C-E01BA041B8A5}"/>
    <dgm:cxn modelId="{F1611FF8-6EE9-4776-AE43-FB4575BE2EBE}" type="presOf" srcId="{49CA3349-397B-4D52-B334-AB688066D820}" destId="{7F5BB34F-4F02-43FB-A2F9-02B69C2C86BC}" srcOrd="0" destOrd="0" presId="urn:microsoft.com/office/officeart/2008/layout/LinedList"/>
    <dgm:cxn modelId="{1F78BCF9-B29D-47B8-9C6C-120C5BA30C79}" type="presOf" srcId="{10428F9E-A9B7-4681-8267-70C9ECCC9803}" destId="{763AFBDB-AF11-43F5-9089-FAB90872F6D8}" srcOrd="0" destOrd="0" presId="urn:microsoft.com/office/officeart/2008/layout/LinedList"/>
    <dgm:cxn modelId="{4FD1D68E-8F71-44DB-87D8-AB197BC47286}" type="presParOf" srcId="{7F5BB34F-4F02-43FB-A2F9-02B69C2C86BC}" destId="{DC35BFFA-D661-4EF2-ACC7-63E038CA9C19}" srcOrd="0" destOrd="0" presId="urn:microsoft.com/office/officeart/2008/layout/LinedList"/>
    <dgm:cxn modelId="{2F5F644E-5BB5-4806-ADEF-200869C37283}" type="presParOf" srcId="{7F5BB34F-4F02-43FB-A2F9-02B69C2C86BC}" destId="{B7C0FFBE-B34F-4AA5-8393-AF7560BC57A5}" srcOrd="1" destOrd="0" presId="urn:microsoft.com/office/officeart/2008/layout/LinedList"/>
    <dgm:cxn modelId="{5BA3850A-0E3B-4EA3-9F2A-AC6B11F2CEDC}" type="presParOf" srcId="{B7C0FFBE-B34F-4AA5-8393-AF7560BC57A5}" destId="{00B66941-0A82-45C7-B616-B9ED3FA4E804}" srcOrd="0" destOrd="0" presId="urn:microsoft.com/office/officeart/2008/layout/LinedList"/>
    <dgm:cxn modelId="{59A0A528-A039-4438-A272-D35A573DDF03}" type="presParOf" srcId="{B7C0FFBE-B34F-4AA5-8393-AF7560BC57A5}" destId="{73E84409-8D87-4E7E-AB2C-D108D937FC67}" srcOrd="1" destOrd="0" presId="urn:microsoft.com/office/officeart/2008/layout/LinedList"/>
    <dgm:cxn modelId="{64E4CF4E-BF6D-405F-AACF-B093B0D3E3CE}" type="presParOf" srcId="{7F5BB34F-4F02-43FB-A2F9-02B69C2C86BC}" destId="{A808B21D-BF6F-4D5B-9A88-F9368FF829B5}" srcOrd="2" destOrd="0" presId="urn:microsoft.com/office/officeart/2008/layout/LinedList"/>
    <dgm:cxn modelId="{BA0462E2-47DB-443C-B1C6-9E386F599290}" type="presParOf" srcId="{7F5BB34F-4F02-43FB-A2F9-02B69C2C86BC}" destId="{1F033189-7BC6-4116-BF1A-1A5DAF2ECC37}" srcOrd="3" destOrd="0" presId="urn:microsoft.com/office/officeart/2008/layout/LinedList"/>
    <dgm:cxn modelId="{DB3D7B44-3F63-4A3B-AA8C-176B14B55C87}" type="presParOf" srcId="{1F033189-7BC6-4116-BF1A-1A5DAF2ECC37}" destId="{8EDA2163-5112-452D-883C-775B971581DD}" srcOrd="0" destOrd="0" presId="urn:microsoft.com/office/officeart/2008/layout/LinedList"/>
    <dgm:cxn modelId="{EA4006E7-BE76-45FF-9486-EC0EC8902FD6}" type="presParOf" srcId="{1F033189-7BC6-4116-BF1A-1A5DAF2ECC37}" destId="{AF677658-C3A3-441E-BABE-1F51D611F797}" srcOrd="1" destOrd="0" presId="urn:microsoft.com/office/officeart/2008/layout/LinedList"/>
    <dgm:cxn modelId="{C230C7EE-066C-48FE-891B-20F3B7E019C5}" type="presParOf" srcId="{7F5BB34F-4F02-43FB-A2F9-02B69C2C86BC}" destId="{3681CEE4-F00C-4976-9E15-AE7295C08961}" srcOrd="4" destOrd="0" presId="urn:microsoft.com/office/officeart/2008/layout/LinedList"/>
    <dgm:cxn modelId="{423C4488-CFB1-41E5-963A-333B903BCF80}" type="presParOf" srcId="{7F5BB34F-4F02-43FB-A2F9-02B69C2C86BC}" destId="{C0B9287A-1AD1-4F39-A68E-D41C61176389}" srcOrd="5" destOrd="0" presId="urn:microsoft.com/office/officeart/2008/layout/LinedList"/>
    <dgm:cxn modelId="{B7F562BD-CEB1-42D4-BC4E-28BC7F4429EC}" type="presParOf" srcId="{C0B9287A-1AD1-4F39-A68E-D41C61176389}" destId="{763AFBDB-AF11-43F5-9089-FAB90872F6D8}" srcOrd="0" destOrd="0" presId="urn:microsoft.com/office/officeart/2008/layout/LinedList"/>
    <dgm:cxn modelId="{1CBA6047-57A5-4C43-B915-147F6C5D2F16}" type="presParOf" srcId="{C0B9287A-1AD1-4F39-A68E-D41C61176389}" destId="{9EE96A8E-9347-46C1-96DB-E710959156CB}" srcOrd="1" destOrd="0" presId="urn:microsoft.com/office/officeart/2008/layout/LinedList"/>
    <dgm:cxn modelId="{F4FBE5A1-546C-43DD-A9BD-46A7DB671C2D}" type="presParOf" srcId="{7F5BB34F-4F02-43FB-A2F9-02B69C2C86BC}" destId="{1866A4D3-DAD7-4938-9116-37C52C9E9665}" srcOrd="6" destOrd="0" presId="urn:microsoft.com/office/officeart/2008/layout/LinedList"/>
    <dgm:cxn modelId="{BDFAA191-E4B7-4CBA-B2EB-16D69AEDCB12}" type="presParOf" srcId="{7F5BB34F-4F02-43FB-A2F9-02B69C2C86BC}" destId="{53754C6D-F6D3-44DA-AA99-00ADFE2E12AF}" srcOrd="7" destOrd="0" presId="urn:microsoft.com/office/officeart/2008/layout/LinedList"/>
    <dgm:cxn modelId="{BA1E27FE-0848-4E87-9FA1-7E24C7AE4028}" type="presParOf" srcId="{53754C6D-F6D3-44DA-AA99-00ADFE2E12AF}" destId="{7E462808-F8D8-4C93-A9F1-00870481D4D0}" srcOrd="0" destOrd="0" presId="urn:microsoft.com/office/officeart/2008/layout/LinedList"/>
    <dgm:cxn modelId="{27732DC0-4A60-4999-BE83-7FB9AB85B7CE}" type="presParOf" srcId="{53754C6D-F6D3-44DA-AA99-00ADFE2E12AF}" destId="{6E3F6EF5-37EE-4A92-BD03-5F354C62FBDC}" srcOrd="1" destOrd="0" presId="urn:microsoft.com/office/officeart/2008/layout/LinedList"/>
    <dgm:cxn modelId="{91C18495-1D17-4F12-8DA2-4F910E2B021A}" type="presParOf" srcId="{7F5BB34F-4F02-43FB-A2F9-02B69C2C86BC}" destId="{4ED37F57-55B4-4184-A27A-F936EFFF6B92}" srcOrd="8" destOrd="0" presId="urn:microsoft.com/office/officeart/2008/layout/LinedList"/>
    <dgm:cxn modelId="{616CE266-BD69-4641-8B39-1DA8B9944BFA}" type="presParOf" srcId="{7F5BB34F-4F02-43FB-A2F9-02B69C2C86BC}" destId="{3CCB32AF-FBCD-43B0-9015-4789568AF60F}" srcOrd="9" destOrd="0" presId="urn:microsoft.com/office/officeart/2008/layout/LinedList"/>
    <dgm:cxn modelId="{7A42685B-B2EC-410F-9F6D-E23933903D4C}" type="presParOf" srcId="{3CCB32AF-FBCD-43B0-9015-4789568AF60F}" destId="{DDCE24C2-FD14-4F6E-BBCC-DF674CC9AE67}" srcOrd="0" destOrd="0" presId="urn:microsoft.com/office/officeart/2008/layout/LinedList"/>
    <dgm:cxn modelId="{43499FAF-EB4F-48C4-A623-5759FE8A4259}" type="presParOf" srcId="{3CCB32AF-FBCD-43B0-9015-4789568AF60F}" destId="{767802FA-0B83-4714-9213-97C4FE46319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9A2D71-05BD-4CA4-A9E2-30FBC7F8E050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D6696-CE87-4ABE-BF8A-5ECEC66978F7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“Reflexivity is the act of examining one's own assumption, belief, and judgement systems, and thinking carefully and critically about how these influence the research process.”</a:t>
          </a:r>
          <a:endParaRPr lang="en-US" sz="2100" kern="1200"/>
        </a:p>
      </dsp:txBody>
      <dsp:txXfrm>
        <a:off x="0" y="0"/>
        <a:ext cx="6900512" cy="1384035"/>
      </dsp:txXfrm>
    </dsp:sp>
    <dsp:sp modelId="{8C9D6AA5-0044-40E1-946A-4F37430730FC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76865-A56C-4990-B205-0AE7E897B2B7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Key question: “What is the research process and </a:t>
          </a:r>
          <a:r>
            <a:rPr lang="en-GB" sz="2100" i="1" kern="1200"/>
            <a:t>how am I influencing it</a:t>
          </a:r>
          <a:r>
            <a:rPr lang="en-GB" sz="2100" kern="1200"/>
            <a:t>?”</a:t>
          </a:r>
          <a:endParaRPr lang="en-US" sz="2100" kern="1200"/>
        </a:p>
      </dsp:txBody>
      <dsp:txXfrm>
        <a:off x="0" y="1384035"/>
        <a:ext cx="6900512" cy="1384035"/>
      </dsp:txXfrm>
    </dsp:sp>
    <dsp:sp modelId="{81A1FEA6-12F7-4ED6-ADBF-B51DEB6A719B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A7B92-DE52-4984-9841-26C83F3FD563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Uncommon in quantitative research, so needs shift in thinking</a:t>
          </a:r>
          <a:endParaRPr lang="en-US" sz="2100" kern="1200"/>
        </a:p>
      </dsp:txBody>
      <dsp:txXfrm>
        <a:off x="0" y="2768070"/>
        <a:ext cx="6900512" cy="1384035"/>
      </dsp:txXfrm>
    </dsp:sp>
    <dsp:sp modelId="{EB5062C8-26E0-4130-9A4B-E850654E49DD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648F2-E582-4D4C-BB32-9CEA621DF77C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Is PPI a first step in promoting reflexivity in quantitative research?</a:t>
          </a:r>
          <a:endParaRPr lang="en-US" sz="2100" kern="1200"/>
        </a:p>
      </dsp:txBody>
      <dsp:txXfrm>
        <a:off x="0" y="4152105"/>
        <a:ext cx="6900512" cy="13840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E6093B-88A9-43A8-ABDF-06F5AF907EC9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8427CA-F63A-4955-9CD1-6AA7D28A548F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Met with members of the Patient Advisory Group (PAG) to discuss missing data</a:t>
          </a:r>
          <a:endParaRPr lang="en-US" sz="2900" kern="1200"/>
        </a:p>
      </dsp:txBody>
      <dsp:txXfrm>
        <a:off x="0" y="2703"/>
        <a:ext cx="6900512" cy="1843578"/>
      </dsp:txXfrm>
    </dsp:sp>
    <dsp:sp modelId="{48F879C7-C85F-4265-BFF9-92D8849D4360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67C67-2F35-48EB-A37F-07C304D3AB2D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Mix of people who have had a knee replacement and those interested in using smartphones and wearables for research</a:t>
          </a:r>
          <a:endParaRPr lang="en-US" sz="2900" kern="1200"/>
        </a:p>
      </dsp:txBody>
      <dsp:txXfrm>
        <a:off x="0" y="1846281"/>
        <a:ext cx="6900512" cy="1843578"/>
      </dsp:txXfrm>
    </dsp:sp>
    <dsp:sp modelId="{F1A17A6B-643D-4045-AF98-A0C09B125773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2A92EC-A5D7-4FA0-8B74-16414E8D3008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Explained the issue with missing data and the methods used to fill in the gaps</a:t>
          </a:r>
          <a:endParaRPr lang="en-US" sz="2900" kern="1200"/>
        </a:p>
      </dsp:txBody>
      <dsp:txXfrm>
        <a:off x="0" y="3689859"/>
        <a:ext cx="6900512" cy="18435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26B772-29E4-48AC-947C-4293641271DF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A08A8-4A24-4916-A313-464900634C20}">
      <dsp:nvSpPr>
        <dsp:cNvPr id="0" name=""/>
        <dsp:cNvSpPr/>
      </dsp:nvSpPr>
      <dsp:spPr>
        <a:xfrm>
          <a:off x="0" y="2703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Lots of reasons why data may be missing, not always due to inactivity</a:t>
          </a:r>
          <a:endParaRPr lang="en-US" sz="1900" kern="1200"/>
        </a:p>
      </dsp:txBody>
      <dsp:txXfrm>
        <a:off x="0" y="2703"/>
        <a:ext cx="6900512" cy="921789"/>
      </dsp:txXfrm>
    </dsp:sp>
    <dsp:sp modelId="{23A018A4-9284-4317-B5F5-CD4266521A7E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B331C-D9EC-481B-BAC2-FECC3658F00D}">
      <dsp:nvSpPr>
        <dsp:cNvPr id="0" name=""/>
        <dsp:cNvSpPr/>
      </dsp:nvSpPr>
      <dsp:spPr>
        <a:xfrm>
          <a:off x="0" y="924492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Context is important, especially when using retrospective data. Why are people using the devices, what is their purpose? </a:t>
          </a:r>
          <a:endParaRPr lang="en-US" sz="1900" kern="1200" dirty="0"/>
        </a:p>
      </dsp:txBody>
      <dsp:txXfrm>
        <a:off x="0" y="924492"/>
        <a:ext cx="6900512" cy="921789"/>
      </dsp:txXfrm>
    </dsp:sp>
    <dsp:sp modelId="{7B5EDF2D-CCA3-40F9-86AC-C595C85B733F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C18193-B6BA-4318-9B87-F6C6D91FAA84}">
      <dsp:nvSpPr>
        <dsp:cNvPr id="0" name=""/>
        <dsp:cNvSpPr/>
      </dsp:nvSpPr>
      <dsp:spPr>
        <a:xfrm>
          <a:off x="0" y="1846281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Charging, feeling unwell, seasons of the year, lifestyle, priorities etc can all affect device use</a:t>
          </a:r>
          <a:endParaRPr lang="en-US" sz="1900" kern="1200"/>
        </a:p>
      </dsp:txBody>
      <dsp:txXfrm>
        <a:off x="0" y="1846281"/>
        <a:ext cx="6900512" cy="921789"/>
      </dsp:txXfrm>
    </dsp:sp>
    <dsp:sp modelId="{E802D782-457B-4DF5-967E-92909B981C2C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1FFA9B-A060-466E-8AF6-80CB1F94183E}">
      <dsp:nvSpPr>
        <dsp:cNvPr id="0" name=""/>
        <dsp:cNvSpPr/>
      </dsp:nvSpPr>
      <dsp:spPr>
        <a:xfrm>
          <a:off x="0" y="2768070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Missing data from the persons perspective, do devices capture things of interest to them? </a:t>
          </a:r>
          <a:endParaRPr lang="en-US" sz="1900" kern="1200"/>
        </a:p>
      </dsp:txBody>
      <dsp:txXfrm>
        <a:off x="0" y="2768070"/>
        <a:ext cx="6900512" cy="921789"/>
      </dsp:txXfrm>
    </dsp:sp>
    <dsp:sp modelId="{CA12C806-DD42-4325-8FC4-1318FA78A71A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4379E-A77D-4ABB-86C1-DBF5D3CE61C6}">
      <dsp:nvSpPr>
        <dsp:cNvPr id="0" name=""/>
        <dsp:cNvSpPr/>
      </dsp:nvSpPr>
      <dsp:spPr>
        <a:xfrm>
          <a:off x="0" y="3689859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Device use isn’t static, an individuals use and context changes</a:t>
          </a:r>
          <a:endParaRPr lang="en-US" sz="1900" kern="1200" dirty="0"/>
        </a:p>
      </dsp:txBody>
      <dsp:txXfrm>
        <a:off x="0" y="3689859"/>
        <a:ext cx="6900512" cy="921789"/>
      </dsp:txXfrm>
    </dsp:sp>
    <dsp:sp modelId="{2EDE1285-2D28-4E9E-883D-EB0E2E3D00E3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35906-9AF0-4CD0-B4E7-3B0FDE764516}">
      <dsp:nvSpPr>
        <dsp:cNvPr id="0" name=""/>
        <dsp:cNvSpPr/>
      </dsp:nvSpPr>
      <dsp:spPr>
        <a:xfrm>
          <a:off x="0" y="4611648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People aren’t data points</a:t>
          </a:r>
          <a:endParaRPr lang="en-US" sz="1900" kern="1200"/>
        </a:p>
      </dsp:txBody>
      <dsp:txXfrm>
        <a:off x="0" y="4611648"/>
        <a:ext cx="6900512" cy="9217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C267E-C401-40E0-9DB8-D8566E45092A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283C15-B09E-4B0D-BBB8-7CC448AAE3FD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Issue of incorrect and misinterpreted data ( clapping and ironing!) </a:t>
          </a:r>
          <a:endParaRPr lang="en-US" sz="2200" kern="1200"/>
        </a:p>
      </dsp:txBody>
      <dsp:txXfrm>
        <a:off x="0" y="675"/>
        <a:ext cx="6900512" cy="1106957"/>
      </dsp:txXfrm>
    </dsp:sp>
    <dsp:sp modelId="{1DE7E7EE-4C20-462D-B236-FAE034832D6E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3339A-B95F-4D71-9DD8-E90D9DE86AE4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Issue of complete trust in devices and the impact of incorrect and misinterpreted data </a:t>
          </a:r>
          <a:r>
            <a:rPr lang="en-GB" sz="2200" kern="1200" dirty="0" err="1"/>
            <a:t>eg</a:t>
          </a:r>
          <a:r>
            <a:rPr lang="en-GB" sz="2200" kern="1200" dirty="0"/>
            <a:t> worry</a:t>
          </a:r>
          <a:endParaRPr lang="en-US" sz="2200" kern="1200" dirty="0"/>
        </a:p>
      </dsp:txBody>
      <dsp:txXfrm>
        <a:off x="0" y="1107633"/>
        <a:ext cx="6900512" cy="1106957"/>
      </dsp:txXfrm>
    </dsp:sp>
    <dsp:sp modelId="{0333E942-3E46-46FF-995E-C7FBA7E665C9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3D54E8-85E8-42EF-B24F-11BB3DA64FAF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Recognition of “it depends” and research potentially using devices for a purpose of which they weren’t intended</a:t>
          </a:r>
          <a:endParaRPr lang="en-US" sz="2200" kern="1200"/>
        </a:p>
      </dsp:txBody>
      <dsp:txXfrm>
        <a:off x="0" y="2214591"/>
        <a:ext cx="6900512" cy="1106957"/>
      </dsp:txXfrm>
    </dsp:sp>
    <dsp:sp modelId="{0B2BEB5C-EB30-4692-A723-DFD6B8EA40FC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F40976-8B6D-4FFC-819E-7E0D4F006052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Importance of using relative step count, people are individuals and it needs to be on a  case by case basis</a:t>
          </a:r>
          <a:endParaRPr lang="en-US" sz="2200" kern="1200" dirty="0"/>
        </a:p>
      </dsp:txBody>
      <dsp:txXfrm>
        <a:off x="0" y="3321549"/>
        <a:ext cx="6900512" cy="1106957"/>
      </dsp:txXfrm>
    </dsp:sp>
    <dsp:sp modelId="{0B60203C-66F7-460E-B9AB-2DA227D93424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AC8FE6-08C6-4B67-806F-2E308983884A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How you present data and patterns of recovery are important, eg labelling it fast, intermediate and slow. </a:t>
          </a:r>
          <a:endParaRPr lang="en-US" sz="2200" kern="1200"/>
        </a:p>
      </dsp:txBody>
      <dsp:txXfrm>
        <a:off x="0" y="4428507"/>
        <a:ext cx="6900512" cy="11069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5BFFA-D661-4EF2-ACC7-63E038CA9C19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B66941-0A82-45C7-B616-B9ED3FA4E804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Missing data isn’t just a methodological issue, it needs to be centred in real life experience and insights</a:t>
          </a:r>
          <a:endParaRPr lang="en-US" sz="2200" kern="1200"/>
        </a:p>
      </dsp:txBody>
      <dsp:txXfrm>
        <a:off x="0" y="675"/>
        <a:ext cx="6900512" cy="1106957"/>
      </dsp:txXfrm>
    </dsp:sp>
    <dsp:sp modelId="{A808B21D-BF6F-4D5B-9A88-F9368FF829B5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DA2163-5112-452D-883C-775B971581DD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Reflexivity is crucial for all research, not just qualitative</a:t>
          </a:r>
          <a:endParaRPr lang="en-US" sz="2200" kern="1200"/>
        </a:p>
      </dsp:txBody>
      <dsp:txXfrm>
        <a:off x="0" y="1107633"/>
        <a:ext cx="6900512" cy="1106957"/>
      </dsp:txXfrm>
    </dsp:sp>
    <dsp:sp modelId="{3681CEE4-F00C-4976-9E15-AE7295C08961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AFBDB-AF11-43F5-9089-FAB90872F6D8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Understand the purpose, be transparent and make the task clear</a:t>
          </a:r>
          <a:endParaRPr lang="en-US" sz="2200" kern="1200"/>
        </a:p>
      </dsp:txBody>
      <dsp:txXfrm>
        <a:off x="0" y="2214591"/>
        <a:ext cx="6900512" cy="1106957"/>
      </dsp:txXfrm>
    </dsp:sp>
    <dsp:sp modelId="{1866A4D3-DAD7-4938-9116-37C52C9E9665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62808-F8D8-4C93-A9F1-00870481D4D0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Close the feedback loop, let people know how their insights and experiences have been used</a:t>
          </a:r>
          <a:endParaRPr lang="en-US" sz="2200" kern="1200"/>
        </a:p>
      </dsp:txBody>
      <dsp:txXfrm>
        <a:off x="0" y="3321549"/>
        <a:ext cx="6900512" cy="1106957"/>
      </dsp:txXfrm>
    </dsp:sp>
    <dsp:sp modelId="{4ED37F57-55B4-4184-A27A-F936EFFF6B92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CE24C2-FD14-4F6E-BBCC-DF674CC9AE67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Recognise different types of expertise and experience, it adds to research</a:t>
          </a:r>
          <a:endParaRPr lang="en-US" sz="2200" kern="1200"/>
        </a:p>
      </dsp:txBody>
      <dsp:txXfrm>
        <a:off x="0" y="4428507"/>
        <a:ext cx="6900512" cy="1106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555D6-8067-2B36-26FC-C89946CDC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1E141-80F8-3385-12BD-23A09C608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7569D-6CB6-5979-4D7E-22134A7C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F78A8-54B7-DD94-B88B-340DA0A4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DDCC-059B-490C-ABBE-4832F480B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31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B62F-0876-8593-3AC1-497D0BAAD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93A-2576-A8E3-58AC-8372AA1A5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0EBC0-4741-CEDD-309F-81BD73CC1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93BAD-58A1-A9E9-8012-2B655B186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E3A92-4231-DB7D-E299-F855787B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948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A5222-41A7-04DA-CC34-0723CD093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1DB3D-574D-FCE3-4457-31B30AAC9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12CBA-8C0E-A9BC-7251-0C5C5C083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48532-D596-8FB6-B458-F36D936F0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B446C-EA8E-D98E-A5DC-C8E0292F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322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5A05E-EDB6-571C-60D1-A6D31003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AD33A-81F4-F7F2-A444-E38385BDD1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472B3-0464-BB09-21E0-DAEF56A61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D0992-4737-1F24-D918-723F5B5EA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AB1C4-B516-DCDB-28DE-2EFC6F957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FFC85-E1CE-96A1-528D-045A532B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99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2332-A828-F3C5-1997-77D4155D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56105-A668-BE73-9165-F8B114387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6FBF4-E8AD-8456-EA46-976FCDB4D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F27F9F-4D8D-9972-E627-6F59C5860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819F-D7A4-E99F-8AC0-C72E6EF99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4B5B1-6D2E-911B-7C5F-A01F899BE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1C64AA-B48B-DECF-66E6-D31A11179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5ECC40-0171-E1E1-534A-657364E1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510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74A2B-D6D8-079A-6D52-126573A3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B6CC1-D56E-FD0F-E522-5CF904D67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50A82-B3DA-DBA4-3E3A-3A70CF0A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A3AC79-CF52-E267-5406-961857C2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58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E72834-74EA-3F05-D684-D2AF5A66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CD97CC-EDB4-B04F-01F8-70C53E19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A801A-A596-56D7-0D38-0B02A51D5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313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7783-98EE-FF27-E2F7-865F85F07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041E-BF6D-F86B-6648-06902E9A2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6A1776-C6C9-8286-4D01-D33A8D46F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D67B7-A1D0-BB9D-F1F5-217BFCE3D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2D3DB-56D9-ED78-D67E-183054A5E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DC35C-BE2E-180F-8B72-04226CA7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961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C51E-EA70-55DC-3033-D11A71C78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1292B-ADD6-2229-E3C5-093BD0484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3E81A-28B2-9953-A2DC-0FEDAF71A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D9DA-55DF-71F2-800F-452757D5B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F6D19-5C2C-5E24-8713-C1F2EBBDD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79254-1584-9C55-AE71-B0710BF3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77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49E0-3C33-6174-0A65-11E2C53CD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0CD66-4B16-6DB0-1E16-8DA4FE853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759B8-9A91-33D4-F776-6198121CF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F90C8-EB47-7CB0-54FF-A1BC22BBB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2E149-3EA4-4AEB-0C55-9E0E29D0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148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E72BC8-B6F6-59B6-CE5D-5DA43B70EA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E829A-9543-DC5F-A4EA-B710EAD75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0F506-ECF5-9DEB-9D28-9DAC20A6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B56EA-8207-7ECF-C5BE-F90754DD0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5BC8D-1F46-1516-CC5B-B25DAF16E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1186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6AA98-E917-F811-C47A-9135A30A2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D5F4D8-DD40-A6FA-1944-B480070E6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2FAD5-7F99-E2F3-C652-5F5B6107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9AC50-5B7C-89CD-4942-CC2BF5837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4BA25-82B3-5401-BC37-A6E6EFB53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173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E883-2197-83A8-3331-65A3E36D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C7499-1815-80D9-6429-6F51B701A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6DE11-FE63-79E5-794A-E96F23094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70719-87EA-8941-C050-192DC4589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23E60-2D7D-40CD-9B8F-AAA32FC9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013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0BEF-CBE7-D064-6D72-C18E94989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49F0F-ED1B-027A-7809-015B33D16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D375D-B6E7-2F88-77A1-4BBD3A612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0E221-CAA2-A87C-1875-1BADEEDED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125A7-FED4-7A15-48C8-2FBFB12F8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72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8122-7DA8-7362-E4B8-F53641A3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310F9-19D1-58F0-7A57-CF27B1954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74E73-495D-C13A-068D-5F61D2AAD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D1703-D381-E11D-D609-74387A6A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32474-408C-AE5A-A6F9-7722F0688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E8F3A-0BA8-DC5C-2F63-17AD5B4A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155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47B6C-BFAD-1D38-9AFA-4431A0A07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C4C30-8E17-CC77-AB2B-F479B51A5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2CF4D-B33D-D11E-885C-03598FFF4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053C6-6AF3-7FFB-A6C0-E9330F040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40EB8-50FC-0059-4933-86683D873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B18D8E-656B-B756-6D57-8FAD61D20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42AC73-4CBA-7E89-9D09-240582D9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0F767B-8114-7927-03DB-BBAC0FFD2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178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1002F-8026-832E-3FF2-60AAD2CB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E33129-E552-4CC7-55B8-34AF0C143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0EC7EE-591C-4A46-26D5-36E7C9C99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E242C-A489-E8A7-7A7C-6FEB695A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6170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B2CAC5-5E7E-2131-2857-084387829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8C87C7-B3D6-87EC-E253-686A0CA28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6CF13-13DC-D5E9-6C9E-8B41DAD5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5108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7DB46-DD4E-DE50-98DE-CF16AFD4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5AF7A-3FC1-CD7F-E560-68EA0C762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466B7-6457-6CB4-96B4-FDF074855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3ADDC-972C-CAA0-61D6-C697F63A1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FBB72-6A49-0261-1B0A-E9BCA72FB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B267A-7691-0256-6809-CCD819AD5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157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7E0D6-3FCB-C055-D45C-4EA8C53A6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B1416E-6CAD-4DAE-56DB-1B6283600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BEAB4-5DA5-1F05-0486-DB917CB81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2380F-A89E-D6E1-9DCC-01FD5F036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0AB5C-B3F6-0226-FEB1-5C01DA422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56007-D27C-2DB5-1936-69AB12750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303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7F292-99D3-194C-67F0-67F8CCEBF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A7F5F-AEC4-29FC-9150-5B0CCACE4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EEE5B-CF94-50E1-53D4-CB23E8E4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D4FE7-5E3B-330A-DD0E-D45D6A578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8F1D9-8DFA-57A1-6F29-F913B4E6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369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E542E-4478-D51E-4238-2B1DFFE4F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3B278-DB5C-320F-30C9-C54D996D2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0B5F2-5E3A-97B0-ED59-1C7FFA6CF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2EE69-F1F0-8D0A-FB44-66D2BB5F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7B87F-5BFE-5715-E1DD-5BF3E8FB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66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5EAC74-7559-27B5-4683-C7B7ABE87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E0A4A-C70F-7AAB-7A79-B0631041B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1B58F-6BB8-8696-55F3-0C1F2FC33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E83CF-7CC6-46EE-9CA2-4A521F97CBEB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D0F70-382B-6601-2430-75159ABEBC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5F9AF-2BD7-6DB6-8576-6E22C5F51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771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A1E436-0C18-D8BA-A722-82D7BDFB9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715F4-178A-EACB-8FA1-9D0BCEF1B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8C9FD-2953-85F8-EDF3-3F90C42125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E69D7-34EF-4B88-9307-E98F6D9CD62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9E4E1-64AF-1ECC-9A4A-C48BCC7BC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609E0-0595-28EC-F15F-07833956F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04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B760E-522D-120A-0781-8D8E29B00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GB" sz="6300"/>
              <a:t>Involving patients and the public in missing data; insights from PAPrKA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FBA4F-789F-F0CB-6499-2D42D05E0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GB" sz="2200"/>
              <a:t>Lynn Laidlaw</a:t>
            </a:r>
          </a:p>
          <a:p>
            <a:pPr algn="l"/>
            <a:r>
              <a:rPr lang="en-GB" sz="2200"/>
              <a:t>Patent and Public Co Investigator</a:t>
            </a:r>
          </a:p>
          <a:p>
            <a:pPr algn="l"/>
            <a:r>
              <a:rPr lang="en-GB" sz="2200"/>
              <a:t>Health Research from Home</a:t>
            </a:r>
          </a:p>
        </p:txBody>
      </p:sp>
    </p:spTree>
    <p:extLst>
      <p:ext uri="{BB962C8B-B14F-4D97-AF65-F5344CB8AC3E}">
        <p14:creationId xmlns:p14="http://schemas.microsoft.com/office/powerpoint/2010/main" val="733399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51D88-8783-62FB-2113-7B91EC507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GB" sz="7200" dirty="0"/>
              <a:t>What is </a:t>
            </a:r>
            <a:r>
              <a:rPr lang="en-GB" sz="7200" dirty="0" err="1"/>
              <a:t>PAPrKA</a:t>
            </a:r>
            <a:r>
              <a:rPr lang="en-GB" sz="72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4F211-412D-3511-30CE-8A5D99D60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GB" sz="2400" dirty="0"/>
              <a:t>HRfH driver project</a:t>
            </a:r>
          </a:p>
          <a:p>
            <a:r>
              <a:rPr lang="en-GB" sz="2400" dirty="0"/>
              <a:t>Using retrospective data from selected smartphones and wearables to look at physical activity pre and post knee replacement</a:t>
            </a:r>
          </a:p>
          <a:p>
            <a:r>
              <a:rPr lang="en-GB" sz="2400" dirty="0"/>
              <a:t>Currently recruiting</a:t>
            </a:r>
          </a:p>
        </p:txBody>
      </p:sp>
    </p:spTree>
    <p:extLst>
      <p:ext uri="{BB962C8B-B14F-4D97-AF65-F5344CB8AC3E}">
        <p14:creationId xmlns:p14="http://schemas.microsoft.com/office/powerpoint/2010/main" val="45525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605A889-17A8-7749-A359-CFFFDD790F0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784" y="1328012"/>
            <a:ext cx="5690838" cy="3307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455813-66AE-364C-BB04-5C07B2A2B93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79332" y="1175657"/>
            <a:ext cx="3612372" cy="4058521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B0F8A9F-B370-3C4B-9056-09CBB5BAC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911461"/>
            <a:ext cx="3412671" cy="4322717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E69D97-B471-9212-12EF-A57E36648674}"/>
              </a:ext>
            </a:extLst>
          </p:cNvPr>
          <p:cNvSpPr txBox="1"/>
          <p:nvPr/>
        </p:nvSpPr>
        <p:spPr>
          <a:xfrm>
            <a:off x="277587" y="5842000"/>
            <a:ext cx="11050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 panose="02020404030301010803"/>
                <a:ea typeface="+mn-ea"/>
                <a:cs typeface="+mn-cs"/>
              </a:rPr>
              <a:t>From “More than a method: trusting relationships, productive tensions and two way learning as mechanisms of authentic co production. Sarah E. Knowles et al, illustrations Chris Redford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27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A374C-1350-4602-B089-DC0918EA1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GB" sz="5000"/>
              <a:t>Why involve patients and the public in missing data?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25C43-943C-890A-0F0F-CDA1F451D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GB" sz="2400" dirty="0"/>
              <a:t>Making sure methods match real world device use, its not just a technical problem to be overcome</a:t>
            </a:r>
          </a:p>
          <a:p>
            <a:r>
              <a:rPr lang="en-GB" sz="2400" dirty="0"/>
              <a:t>Insight regarding, why, when and for how long can gaps occur</a:t>
            </a:r>
          </a:p>
          <a:p>
            <a:r>
              <a:rPr lang="en-GB" sz="2400" dirty="0"/>
              <a:t>Research results affect people living with conditions, including the care, treatments and interventions that they can access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32266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F2CCF3-05A7-AEE8-BBC8-7C5CD0D79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Reflexivity: how can we learn?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432DB6-85F1-FE9D-45E2-120E0387FB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214542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1796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7D9C44-03F7-52AE-074A-C9916C7AD7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68" t="23651" r="16339" b="30619"/>
          <a:stretch>
            <a:fillRect/>
          </a:stretch>
        </p:blipFill>
        <p:spPr>
          <a:xfrm>
            <a:off x="2405742" y="844096"/>
            <a:ext cx="6888039" cy="481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09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903B27-2AC8-15F9-F85D-DEA52BC934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07" t="30635" r="2441" b="9931"/>
          <a:stretch>
            <a:fillRect/>
          </a:stretch>
        </p:blipFill>
        <p:spPr>
          <a:xfrm>
            <a:off x="1507652" y="789668"/>
            <a:ext cx="9786296" cy="461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959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580410-16CC-460A-AB24-5A9576A8D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What did we do?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BA59F4-9441-AD24-FB0B-39CF232E68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134888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1022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E4C4F8-7B36-973F-CEA4-4FC9C2826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Shared insights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76D913-7202-10B1-6700-983BF6018D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573239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9366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2333B-1C48-56E9-A785-CC3C71DC8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continued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FEF5EA-D0EE-6F92-2146-48FD6F1763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60849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3160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ACF3D5-DB5F-7EE8-CB6F-4828B82D7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Reflections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250765-58BC-85AB-D6A3-FFBC8B3837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812264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5560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artoon of a baby and a person&#10;&#10;AI-generated content may be incorrect.">
            <a:extLst>
              <a:ext uri="{FF2B5EF4-FFF2-40B4-BE49-F238E27FC236}">
                <a16:creationId xmlns:a16="http://schemas.microsoft.com/office/drawing/2014/main" id="{CAE74419-2E8E-D752-164C-F704170A4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33" b="14267"/>
          <a:stretch>
            <a:fillRect/>
          </a:stretch>
        </p:blipFill>
        <p:spPr>
          <a:xfrm>
            <a:off x="2720960" y="643467"/>
            <a:ext cx="6750079" cy="5571065"/>
          </a:xfrm>
          <a:prstGeom prst="rect">
            <a:avLst/>
          </a:prstGeom>
          <a:ln>
            <a:noFill/>
          </a:ln>
        </p:spPr>
      </p:pic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80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517</Words>
  <Application>Microsoft Office PowerPoint</Application>
  <PresentationFormat>Widescreen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Avenir Next LT Pro</vt:lpstr>
      <vt:lpstr>Office Theme</vt:lpstr>
      <vt:lpstr>1_Office Theme</vt:lpstr>
      <vt:lpstr>Involving patients and the public in missing data; insights from PAPrKA</vt:lpstr>
      <vt:lpstr>What is PAPrKA?</vt:lpstr>
      <vt:lpstr>PowerPoint Presentation</vt:lpstr>
      <vt:lpstr>Why involve patients and the public in missing data? </vt:lpstr>
      <vt:lpstr>Reflexivity: how can we learn? </vt:lpstr>
      <vt:lpstr>PowerPoint Presentation</vt:lpstr>
      <vt:lpstr>PowerPoint Presentation</vt:lpstr>
      <vt:lpstr>What did we do? </vt:lpstr>
      <vt:lpstr>Shared insights</vt:lpstr>
      <vt:lpstr>continued</vt:lpstr>
      <vt:lpstr>Reflections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Lynn Laidlaw</dc:creator>
  <cp:lastModifiedBy>Lynn Laidlaw</cp:lastModifiedBy>
  <cp:revision>2</cp:revision>
  <dcterms:created xsi:type="dcterms:W3CDTF">2026-05-05T14:18:18Z</dcterms:created>
  <dcterms:modified xsi:type="dcterms:W3CDTF">2026-05-05T15:13:45Z</dcterms:modified>
</cp:coreProperties>
</file>