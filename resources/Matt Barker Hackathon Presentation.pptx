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8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0e2b65d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0e2b65d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0e2b65d9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0e2b65d9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0e2b65d9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0e2b65d9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0e2b65d94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0e2b65d94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0e2b65d9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0e2b65d94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0e2b65d9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0e2b65d9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My Experience with Wearables Data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Matt Barker - Knee Replacement Patient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4" title="ejbyax8im7xf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500" y="95250"/>
            <a:ext cx="495300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1"/>
                </a:solidFill>
              </a:rPr>
              <a:t>Initial experience with wearables</a:t>
            </a:r>
            <a:endParaRPr u="sng">
              <a:solidFill>
                <a:schemeClr val="lt1"/>
              </a:solidFill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Basic Parkrun data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Added GPS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Added HR monitor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3rd Party apps - Garmin, Strava, Suunto, Training Peaks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6" title="MattAngleseyHal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030" y="0"/>
            <a:ext cx="3429938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7" title="107_m-100771483-DIGITAL_HIGHRES-1778_091623-921543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919" y="0"/>
            <a:ext cx="342816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1"/>
                </a:solidFill>
              </a:rPr>
              <a:t>Knee problems begin</a:t>
            </a:r>
            <a:endParaRPr u="sng">
              <a:solidFill>
                <a:schemeClr val="lt1"/>
              </a:solidFill>
            </a:endParaRPr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1223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Forget the data - can I still run?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Is everything getting worse?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Is there any point wearing my watch and tracking my performance?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Can I see improvements post surgery?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1"/>
                </a:solidFill>
              </a:rPr>
              <a:t>A different perspective on data post surgery</a:t>
            </a:r>
            <a:endParaRPr u="sng">
              <a:solidFill>
                <a:schemeClr val="lt1"/>
              </a:solidFill>
            </a:endParaRPr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Overall level of activity is more important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HR, HRV, sleep patterns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Health and wellbeing - is there something else I could be getting from the data being recorded?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Can I be motivated, reassured and warned of potential problems?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On-screen Show (16:9)</PresentationFormat>
  <Paragraphs>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My Experience with Wearables Data</vt:lpstr>
      <vt:lpstr>PowerPoint Presentation</vt:lpstr>
      <vt:lpstr>Initial experience with wearables</vt:lpstr>
      <vt:lpstr>PowerPoint Presentation</vt:lpstr>
      <vt:lpstr>PowerPoint Presentation</vt:lpstr>
      <vt:lpstr>Knee problems begin</vt:lpstr>
      <vt:lpstr>A different perspective on data post surgery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Matthew Barker</dc:creator>
  <cp:lastModifiedBy>Matthew Barker</cp:lastModifiedBy>
  <cp:revision>1</cp:revision>
  <dcterms:modified xsi:type="dcterms:W3CDTF">2026-05-12T11:26:15Z</dcterms:modified>
</cp:coreProperties>
</file>